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 5 · 往期案例（一）训练营 / 沙龙类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杨「数」浦数字沙龙第七期：AI如何重塑企业DNA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2025-06-30 · 美团上海综合指挥中心 · 政策/治理沙龙类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611880" cy="214884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80160"/>
            <a:ext cx="3611880" cy="214884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80160"/>
            <a:ext cx="3611880" cy="2148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566160"/>
            <a:ext cx="6949440" cy="26517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6583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参观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77639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美团综合指挥中心数字化场景参观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33671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233671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人机共生时代：AI如何重塑企业DNA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9703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89703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大众点评AI技术应用创新与落地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45735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45735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《人工智能生成合成内容标识办法》等解读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01767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001767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答疑与企业一对一交流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566160"/>
            <a:ext cx="4023360" cy="2651760"/>
          </a:xfrm>
          <a:prstGeom prst="rect">
            <a:avLst/>
          </a:prstGeom>
          <a:solidFill>
            <a:srgbClr val="E8F0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3657600"/>
            <a:ext cx="37490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到场机构 / 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023360"/>
            <a:ext cx="374903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杨浦区委网信办主办；赛博网络安全产业创新研究院、上海市人工智能与社会发展研究会承办
企业侧：美团；大众点评大模型应用团队；赛博院研究员卢虹羽等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029200"/>
            <a:ext cx="3749039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4A4A5A"/>
                </a:solidFill>
                <a:latin typeface="Microsoft YaHei"/>
              </a:rPr>
              <a:t>面向数字经济企业管理层/法务/技术；公开报道见杨浦区政府官网。对应创智汇：B2治理沙龙、B1政策沙龙、A类训练营。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2026.08—2027.07 · 融合版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 5 · 往期案例（二）开放日 / 嘉年华 / 路演大场类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「融见科创·智启未来」人工智能专场路演暨投融资对接会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2025-10 · 杨浦 · 邮储银行联合主办 · 路演大场类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486400" cy="228600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2697480" cy="228600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280160"/>
            <a:ext cx="260604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749039"/>
            <a:ext cx="7132320" cy="246888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6766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当天议程与成效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开场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160520"/>
            <a:ext cx="56692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促进会会长夏立城致辞与生态介绍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16552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主办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416552"/>
            <a:ext cx="56692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邮储银行科技金融致辞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72584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72584"/>
            <a:ext cx="56692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中邮证券AI行业趋势主题分享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28616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928616"/>
            <a:ext cx="56692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“6+6+6+1”模式：6项目+6投资人+6金融机构+1政府代表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84648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收口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184648"/>
            <a:ext cx="56692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区投促办点评与招商邀请；评委总结跟进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749039"/>
            <a:ext cx="3886200" cy="2468880"/>
          </a:xfrm>
          <a:prstGeom prst="rect">
            <a:avLst/>
          </a:prstGeom>
          <a:solidFill>
            <a:srgbClr val="E8F0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84048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可见企业 / 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160520"/>
            <a:ext cx="365760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主办协同：杨浦科创促进会、邮储银行上海分行；科辰创投、智能产业创新研究院、益华资本等
路演企业：复楚智能、卡房信息、一造科技、中科趋势、万笔千墨等路演企业
可见企业路演+金融机构对接。对应创智汇：E1开放日、E4嘉年华、F4 Demo Day、C1专精特新路演。另附杨数浦出海合规授证现场作为出海/大场仪式参考。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2026.08—2027.07 · 融合版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