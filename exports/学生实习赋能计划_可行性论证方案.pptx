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0E8E4"/>
                </a:solidFill>
                <a:latin typeface="微软雅黑"/>
                <a:ea typeface="微软雅黑"/>
              </a:rPr>
              <a:t>可行性论证方案  · 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学生实习赋能计划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0E8E4"/>
                </a:solidFill>
                <a:latin typeface="微软雅黑"/>
                <a:ea typeface="微软雅黑"/>
              </a:rPr>
              <a:t>面向高中生 · 大学生 · 毕业生的可落地实习服务体系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微软雅黑"/>
                <a:ea typeface="微软雅黑"/>
              </a:rPr>
              <a:t>目标：辅助就业转化  ·  提升考学与申报竞争力  ·  构建可持续盈利模式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商业实习项目 × 公益补充服务  |  定价机制与盈利测算  |  PPT + Excel 双交付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讨论稿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方案结构一览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一、项目背景与论证目标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二、三类人群需求分析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1752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三、产品与项目规划总览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四、商业实习项目清单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五、公益类实习与增值服务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6304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00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六、收费标准与定价机制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24028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七、盈利模型与财务测算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1752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5467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八、落地实施路径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79476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931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九、风险与合规要点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57200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微软雅黑"/>
                <a:ea typeface="微软雅黑"/>
              </a:rPr>
              <a:t>十、论证结论与下一步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一、项目背景与论证目标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为什么现在做、要证明什么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市场痛点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优质实习名额稀缺，信息不对称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海外/名校申请普遍要求实践证明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校招履历同质化，缺乏项目背书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毕业生「有学历无经历」转化难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公益/线上实习质量参差，证明可信度低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本方案要回答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三类人群各自核心诉求是什么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商业与公益项目如何组合供给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收费能否覆盖成本并形成利润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合作企业清单是否具备可触达性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6–12 个月如何试点验证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成功标准（试点期）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签约合作企业 ≥ 15 家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付费学员 ≥ 200 人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综合毛利率 ≥ 35%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证明出具合规率 100%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就业/升学正向反馈 ≥ 60%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二、三类人群需求分析 ·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同一产品线，差异化价值主张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人群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核心目标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关键交付物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付费意愿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转化出口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高中生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海外/名校申请加分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实习证明、推荐信、项目报告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中高（家长决策）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大学录取 / 竞赛履历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大学生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丰富履历、校招竞争力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大厂/科技公司实习经历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中（个人+家庭）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暑期实习转正 / 校招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转入正式就业岗位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过渡实习 + 岗位对接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中高（急切就业）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全职 offer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6634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共性需求：可验证的实习经历 + 可出具的证明材料 + 可写入简历/文书的项目成果</a:t>
            </a:r>
          </a:p>
          <a:p>
            <a:pPr algn="l"/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差异策略：高中生偏「证明与推荐」；大学生偏「品牌与技能」；毕业生偏「就业转化通道」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二、需求分析 · 高中生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申请海外大学 / 升学竞争力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需求画像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2120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部分学生申请美英澳加等海外本科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文书与活动列表需要「真实可核验」实践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家长关注：安全、时长、证明正规、推荐信质量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时间窗口：寒暑假 2–8 周为主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偏好：科技、研究辅助、公益、远程项目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痛点：不知如何找到合规渠道，害怕「水经历」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我们提供的解法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线上/混合实习，降低地域与时间门槛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标准化实习证明（含项目描述、时长、导师）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协助撰写推荐信框架与导师背书流程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提供申报邮箱/材料清单模板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可选商业大厂体验营（付费增值）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合规声明：真实参与、可抽查核验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二、需求分析 · 大学生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履历丰富与校招准备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核心诉求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世界 500 强 / 大厂品牌背书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可写进简历的项目成果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导师反馈与技能证书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与专业相关的岗位匹配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暑期实习转正机会线索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产品匹配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商业实习：腾讯/阿里/谷歌等合作通道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科技/机器人公司实岗或课题实习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分层套餐：基础证明 / 标准项目 / 精品导师班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简历辅导与面试模拟（增值）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校企联合课题（可选）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成功指标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完成率 ≥ 90%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简历采纳率 ≥ 70%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满意度 NPS ≥ 40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复购/转介绍 ≥ 20%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优质渠道复用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二、需求分析 · 毕业生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从实习过渡到正式就业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▸  痛点：毕业即失业窗口期、缺乏可证明的工作经验、校招结束后社招门槛更高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▸  目标：通过 1–3 个月过渡实习，积累岗位经验并进入全职转化通道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6517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服务内容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时长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关键产出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入营评估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职业方向测评 + 岗位匹配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3–5 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个人发展计划（IDP）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过渡实习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真实项目参与 + 周报复盘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4–12 周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实习证明 + 作品集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就业冲刺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内推线索 + 面试辅导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2–4 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面试机会 / Offer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售后跟踪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入职 30/90 天回访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持续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转化数据与案例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三、产品与项目规划总览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商业主业 + 公益补充，形成漏斗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8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微软雅黑"/>
                <a:ea typeface="微软雅黑"/>
              </a:rPr>
              <a:t>A. 商业实习项目（利润中心）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2120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世界 500 强 / 知名大厂合作通道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机器人与科技公司实岗/课题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线下或混合制，含导师与考核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定价：按品牌层级 × 时长 × 辅导强度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盈利点：项目服务费、渠道差价、增值辅导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适用：大学生为主，优秀高中生/毕业生可选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7A6D"/>
                </a:solidFill>
                <a:latin typeface="微软雅黑"/>
                <a:ea typeface="微软雅黑"/>
              </a:rPr>
              <a:t>B. 公益类实习项目（获客与补充）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线上实习 + 标准化证明盖章流程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申报邮箱/链接与材料清单支持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推荐信撰写协助（模板+润色）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低价或免费入口，转化至商业套餐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品牌社会责任与口碑建设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适用：高中生申请、预算敏感大学生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四、商业实习 · 世界500强与知名大厂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示例合作池（论证用，落地需逐一签约）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9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企业示例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建议产品形态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S 级 · 全球科技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Google、Microsoft、Amazon、Meta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产品/数据/工程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远程课题 + 导师营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S 级 · 互联网大厂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腾讯、阿里巴巴、字节跳动、美团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产品运营/研发/市场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暑期营 / 项目制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 级 · 云与 AI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火山引擎、阿里云、腾讯云、华为云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云原生/大模型应用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课题实训营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A 级 · 消费电子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苹果（渠道侧）、小米、OPPO、vivo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市场/供应链/用户研究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短期项目实习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B 级 · 综合 500 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IBM、SAP、西门子、联合利华、宝洁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咨询/数字化/品牌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校企联合课题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B 级 · 金融科技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蚂蚁集团、京东科技、平安科技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风控/运营/数据分析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项目制远程实习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四、商业实习 · 机器人及其他科技公司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硬科技赛道，差异化履历亮点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企业示例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适合人群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岗位/课题方向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人形/工业机器人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优必选、宇树科技、节卡、埃斯顿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理工大学生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算法、机械、嵌入式、测试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自动驾驶/出行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小马智行、文远知行、Momenta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计算机/车辆相关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感知标注、仿真、运营支持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具身智能/AI 硬件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智元机器人、银河通用、云深处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硕本交叉背景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数据采集、应用 demo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企业服务 SaaS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用友、金蝶、销售易、北森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商科/信息管理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实施助理、客户成功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半导体/芯片生态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寒武纪、地平线、兆芯（课题侧）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电子信息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资料研究、工具链文档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生物科技/医疗 AI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联影智能、推想科技、数坤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生医/AI 交叉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标注、文献、产品助理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五、公益类实习与增值支持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补充点：低门槛获客 + 证明服务闭环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11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(a) 线上实习盖证明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统一线上任务平台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每周打卡 + 成果提交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导师轻量批改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结业出具标准证明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可抽查核验编号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适合高中生与基础层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73152" cy="47548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8132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(b) 申报邮箱与链接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38328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提供申报专用邮箱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材料清单与截止提醒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常见问题知识库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学校/机构对接模板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进度可查询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降低家长操作成本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73152" cy="475488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48132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(c) 推荐信等支持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推荐信结构模板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中英文版本可选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导师签名流程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文书要点辅导（增值）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与公益套餐打包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A2A33"/>
                </a:solidFill>
                <a:latin typeface="微软雅黑"/>
                <a:ea typeface="微软雅黑"/>
              </a:rPr>
              <a:t>•  升级可转商业导师班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六、收费标准与定价机制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分层套餐，覆盖三类人群支付能力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32588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产品线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套餐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建议定价（元/人）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包含内容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目标人群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公益基础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线上实习 · 证明版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0–299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任务+证明编号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高中生/预算敏感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公益增值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 + 申报支持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499–899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邮箱通道+材料清单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高中申请党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公益精品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证明 + 推荐信协助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1,280–1,980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模板+润色+导师签字流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海外申请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商业标准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科技公司项目实习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3,980–6,980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4–6周项目+证明+周报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大学生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商业进阶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大厂/500强通道营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8,800–15,800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品牌项目+导师+答辩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大学生/优生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就业转化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毕业生过渡实习包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6,800–12,800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实习+内推辅导+复盘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机构合作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学校/教培团购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按人 6–8 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批量名额+定制证明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B 端渠道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六、定价机制设计原则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如何实现可持续盈利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2194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价格锚点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以「证明可信度 × 品牌背书 × 辅导强度」三维定价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公益线做漏斗入口，商业线贡献 ≥ 75% 毛利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团购与早鸟折扣控制在 20% 以内，保护单价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219456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成本结构（示意）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企业通道/导师费：25–40%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运营与客服：10–15%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获客（渠道/内容）：15–25%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平台与合规：5–8%，其余为毛利空间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73152" cy="2194560"/>
          </a:xfrm>
          <a:prstGeom prst="rect">
            <a:avLst/>
          </a:prstGeom>
          <a:solidFill>
            <a:srgbClr val="C0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502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06A2F"/>
                </a:solidFill>
                <a:latin typeface="微软雅黑"/>
                <a:ea typeface="微软雅黑"/>
              </a:rPr>
              <a:t>增收杠杆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2120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升级包：公益 → 商业进阶转化率目标 15–25%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增值：简历/文书/面试模拟单卖或打包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B 端：学校/留学机构年度框架协议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73152" cy="21945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502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微软雅黑"/>
                <a:ea typeface="微软雅黑"/>
              </a:rPr>
              <a:t>支付与交付节奏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定金 30% → 开营 40% → 结业证明出具 30%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未达标可补学/延期一次，控制退费率 &lt; 8%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A2A33"/>
                </a:solidFill>
                <a:latin typeface="微软雅黑"/>
                <a:ea typeface="微软雅黑"/>
              </a:rPr>
              <a:t>•  企业侧按人头或批次结算，锁定毛利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七、盈利模型与财务测算（试点年）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保守 / 基准 / 乐观三情景，详见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14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情景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年付费人数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客单价（均）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营收（万元）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综合毛利率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毛利（万元）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保守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4,500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17.3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基准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220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5,800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127.6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38%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48.5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乐观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360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6,500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234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42%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98.3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结构假设（基准）：公益线 40% 人数 / 约 12% 收入；商业线 50% 人数 / 约 70% 收入；就业包 10% 人数 / 约 18% 收入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盈亏平衡粗算：固定成本约 28–35 万/年（运营 2–3 人 + 平台 + 合规），基准情景可覆盖并实现盈余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2A33"/>
                </a:solidFill>
                <a:latin typeface="微软雅黑"/>
                <a:ea typeface="微软雅黑"/>
              </a:rPr>
              <a:t>•  关键敏感因子：大厂通道成本、获客 CAC、公益→商业转化率；Excel 提供可调参数表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八、落地实施路径（6 个月试点）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可执行里程碑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关键动作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阶段目标</a:t>
                      </a:r>
                    </a:p>
                  </a:txBody>
                  <a:tcPr marL="54864" marR="54864" marT="36576" marB="36576">
                    <a:solidFill>
                      <a:srgbClr val="0B3D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基建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产品封装、证明模板、合规话术、官网/表单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MVP 上线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M2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供给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签约科技公司 5–8 家，确认导师池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可售库存就绪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获客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留学机构/高校社团渠道试点，公益线放量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首批 40 人开营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M4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放量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大厂通道营首期，收集案例与口碑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付费累计 100 人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转化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毕业生就业包上线，跟踪 offer 转化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转化案例 ≥ 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M6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复盘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财务与 NPS 复盘，决定是否扩区域/扩赛道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2A33"/>
                          </a:solidFill>
                          <a:latin typeface="微软雅黑"/>
                          <a:ea typeface="微软雅黑"/>
                        </a:rPr>
                        <a:t>可行性结论定稿</a:t>
                      </a:r>
                    </a:p>
                  </a:txBody>
                  <a:tcPr marL="54864" marR="54864" marT="27432" marB="27432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九–十、风险合规与论证结论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A6A72"/>
                </a:solidFill>
                <a:latin typeface="微软雅黑"/>
                <a:ea typeface="微软雅黑"/>
              </a:rPr>
              <a:t>先守住可信，再谈规模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A72"/>
                </a:solidFill>
                <a:latin typeface="微软雅黑"/>
                <a:ea typeface="微软雅黑"/>
              </a:rPr>
              <a:t>16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48640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73152" cy="3017520"/>
          </a:xfrm>
          <a:prstGeom prst="rect">
            <a:avLst/>
          </a:prstGeom>
          <a:solidFill>
            <a:srgbClr val="B5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3560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54A4A"/>
                </a:solidFill>
                <a:latin typeface="微软雅黑"/>
                <a:ea typeface="微软雅黑"/>
              </a:rPr>
              <a:t>主要风险与应对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21208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虚假证明风险 → 真实任务+编号核验+抽查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企业合作不稳定 → 多供应商池+备选课题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价格战/水项目竞争 → 强调可核验与成果物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退费与纠纷 → 分期交付与服务协议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数据与未成年人合规 → 隐私告知与监护人同意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3017520"/>
          </a:xfrm>
          <a:prstGeom prst="rect">
            <a:avLst/>
          </a:prstGeom>
          <a:solidFill>
            <a:srgbClr val="1A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356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7A6D"/>
                </a:solidFill>
                <a:latin typeface="微软雅黑"/>
                <a:ea typeface="微软雅黑"/>
              </a:rPr>
              <a:t>可行性结论（建议）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1206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需求真实：三类人群痛点清晰且付费场景成立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供给可建：科技公司+线上公益可快速起盘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盈利路径清晰：商业线扛利润，公益线扛规模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建议：按基准情景启动 6 个月试点验证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2A33"/>
                </a:solidFill>
                <a:latin typeface="微软雅黑"/>
                <a:ea typeface="微软雅黑"/>
              </a:rPr>
              <a:t>•  配套：使用 Excel 表做报价、清单与测算跟踪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11247120" cy="13716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微软雅黑"/>
                <a:ea typeface="微软雅黑"/>
              </a:rPr>
              <a:t>下一步行动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① 确认首批合作企业短名单  ② 锁定三档定价与退费政策  ③ 打通证明编号系统  ④ 选择 1–2 个渠道做冷启动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