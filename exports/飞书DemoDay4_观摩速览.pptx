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AI BUILDER 系列  ·  第 4 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飞书 Demo Day #4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15568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让 AI 接住你的日常小麻烦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Builder 现场演示  ·  张咋啦 / 向阳乔木  ·  新能力：Agent 入会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218688"/>
            <a:ext cx="241401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47872"/>
            <a:ext cx="2414016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2026-07-02（周四）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11:00–12:30 GMT+8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1089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3218688"/>
            <a:ext cx="241401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形式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547872"/>
            <a:ext cx="2414016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线上直播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飞书日历分享入会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218688"/>
            <a:ext cx="241401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组织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547872"/>
            <a:ext cx="2414016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Ni Dan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官方分享日历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1089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3218688"/>
            <a:ext cx="2414016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547872"/>
            <a:ext cx="2414016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日历显示已结束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先点链接看回放/加场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https://bytedance.larkoffice.com/calendar/share?token=236d1f15f1294d960e52362d10b7503c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嘉宾名单与「Agent 入会将现场展示」来自用户转发预告，不是飞书日历详情里的官方议程。日历接口只确认了标题、时间、组织者、已结束状态和分享链接。不要把观摩提纲写成官方日程表。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为什么现在转发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这场值得占坑的四个理由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432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26464"/>
            <a:ext cx="1737360" cy="457200"/>
          </a:xfrm>
          <a:prstGeom prst="roundRect">
            <a:avLst>
              <a:gd name="adj" fmla="val 3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现场感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426464"/>
            <a:ext cx="8869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系列定位是 Builder 现场演示，不是发布会 PPT。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9424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505456"/>
            <a:ext cx="1737360" cy="457200"/>
          </a:xfrm>
          <a:prstGeom prst="roundRect">
            <a:avLst>
              <a:gd name="adj" fmla="val 3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可抄作业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505456"/>
            <a:ext cx="8869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本场主题对准「日常小麻烦」，比空中楼阁更可抄。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5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584447"/>
            <a:ext cx="1737360" cy="457200"/>
          </a:xfrm>
          <a:prstGeom prst="roundRect">
            <a:avLst>
              <a:gd name="adj" fmla="val 3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39311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嘉宾密度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584447"/>
            <a:ext cx="8869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张咋啦、向阳乔木的 Demo 预告质量高，值得对照自己的工作流。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07408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1737360" cy="457200"/>
          </a:xfrm>
          <a:prstGeom prst="roundRect">
            <a:avLst>
              <a:gd name="adj" fmla="val 3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18304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新能力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663440"/>
            <a:ext cx="8869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Agent 入会是新能力：AI 从会后总结，变成会中同事。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已核对事实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来自官方分享日历，不是猜测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143000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5272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标题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52728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Demo Day #4 让 AI 接住你的日常小麻烦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0136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801368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911096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11096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2026 年 7 月 2 日 11:00（北京时间）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5973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2459736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569464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结束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569464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2026 年 7 月 2 日 12:30（90 分钟）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1810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118104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22783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组织者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27832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Ni Dan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7647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88920" y="3776472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862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入会方式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886200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打开分享链接 → 加入日历 / 进入会议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3484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88920" y="4434840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54456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日历状态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44568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官方分享日历显示：已结束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9320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12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88920" y="5093208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202936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分享令牌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202936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236d1f15f1294d960e52362d10b7503c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系列是什么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AI Builder Demo Day，不是发布会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可以确定的事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飞书官方在哔哩哔哩持续上传 AI Builder Demo Day 回放。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已核到第二期回放 BV176EX6hEdA；第三期在官方账号相关推荐里可见「Demo Day 3 全程回放」。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第四场官方日历标题带「2」，更像同一主题的加场 / 重场，而不是另一套议题。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飞行社活动页同期还有「豆包工作伙伴新品演示会」等，不要和 Demo Day 混成一场。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7A9A"/>
                </a:solidFill>
                <a:latin typeface="微软雅黑"/>
                <a:ea typeface="微软雅黑"/>
                <a:cs typeface="微软雅黑"/>
              </a:rPr>
              <a:t>观摩时不要误判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2920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这不是飞书年度发布会，是社区 Builder 路演。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标题里的「2」更像加场，不要理解成 Demo Day 第 2 季。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嘉宾名单来自转发预告，现场以主持人为准。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Agent 入会是能力演示，不等于明天就能进你的正式会。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主题怎么用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日常小麻烦 &gt; 炫技大工程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会前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纪要、议程、材料还在十个群里飞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08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会中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有人没来、有人抢话、没人记待办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会后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纪要隔两小时才出，待办对不齐人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2044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502920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每周同样的站会、同样的周报、同样的催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预告嘉宾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对照看，不追星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张咋啦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Zara Zhang  ·  现场 Demo 嘉宾（用户预告口径）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中美 AI Builder 圈高频出现的实践者，公开分享过把飞书文档当 Agent brief、用 vibe coding 出 HTML 演示、以及把 coding agent 接到飞书里干活。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现场盯这三句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502920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日常麻烦是哪一件，而不是又一个玩具 Demo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人给判断、Agent 给执行，边界画在哪里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飞书文档 / CLI / 群，分别承担什么角色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向阳乔木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乔木  ·  现场 Demo 嘉宾（用户预告口径）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5029200" cy="1234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长期做 AI 内容与落地项目分享，近期公开组织过 Vibe Coding / FDE 一线项目直播，风格偏「只讲干货、去废话」。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现场盯这三句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86200"/>
            <a:ext cx="502920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Demo 是否能在自己的工作流里复现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FDE / 交付现场踩过哪些坑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工具链有没有可抄的最小闭环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本场最大变量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Agent 入会：AI 从会后总结变成会中同事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让应用机器人真实加入一场进行中的飞书视频会议：出现在参会列表、拉取会中事件、必要时发会中消息，会后仍可走纪要 / 逐字稿。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5577840" cy="347472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它能做什么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029200" cy="2606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机器人真实入会（会留下入会记录）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读取进行中会议的实时事件：进出、发言、聊天、屏幕共享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发送会中文本或表情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会后用 lark-vc / 妙记拉纪要、逐字稿、录制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06040"/>
            <a:ext cx="5577840" cy="347472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7A9A"/>
                </a:solidFill>
                <a:latin typeface="微软雅黑"/>
                <a:ea typeface="微软雅黑"/>
                <a:cs typeface="微软雅黑"/>
              </a:rPr>
              <a:t>先别指望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5029200" cy="2606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加入尚未开始或已结束的会议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在等候室 / 入会审批未放行时直接现身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把 9 位会议号当成 meeting_id 去拉事件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会中只问这 6 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把 Demo 听成可落地的能力清单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7043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16736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35024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Agent 是「旁听记笔记」还是「会中开口」？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7510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21408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39696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主持人要不要审批？外部 Agent 能不能进？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62656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44368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转写延迟大概几秒，能不能跟上讨论？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8444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730752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67328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49040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会中消息会不会打断真人节奏？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535424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553712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纪要是会中实时出，还是会后才可用？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9379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340096"/>
            <a:ext cx="475488" cy="420624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76672"/>
            <a:ext cx="475488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358384"/>
            <a:ext cx="1014984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哪些会绝对不该让 Agent 进（人事、融资、客户机密）？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观摩节奏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会前占坑 · 会中抓步骤 · 会后 24 小时复现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会前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4612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点开分享日历，确认能否加入；约满就换账号 / 等加场。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准备一个自己的「日常小麻烦」样本（周会、纪要、待办、客户会）。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若要试 Agent 入会：先准备测试会，不要拿正式客户会开刀。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打开观摩记录表，只记可复现步骤，不记气氛。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会中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324612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每个 Demo 只抓三件事：麻烦是什么、人做哪一步、Agent 做哪一步。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Agent 入会段落：截图入会瞬间、权限提示、会中发言、纪要出口。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把「我做不到」和「我不想做」分开写。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18872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13716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会后 24h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1965960"/>
            <a:ext cx="324612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用自己的测试会复现最小闭环，不要直接上生产。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把可抄步骤写进飞书文档，当成下一份 Agent brief。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• 回放补漏：官方 B 站搜索 AI Builder Demo Day。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上一场的教训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先加会议，再讨论看不看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081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5331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立刻点开分享链接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1907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加入日历，不要等开场前五分钟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50545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7860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505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确认入会权限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1635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外部账号、公司租户、是否要审批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6027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7588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4787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设两个提醒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1363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开场前 30 分钟、前 5 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59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700015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7316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45151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约满就换入口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10911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B 站搜官方回放，或等加场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可直接发群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短口径，保留预约链接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493776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飞书 AI Builder Demo Day #4｜让 AI 接住你的日常小麻烦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张咋啦、向阳乔木 Demo + Agent 入会现场展示（预告）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先加日历，上一场约满就进不去：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https://bytedance.larkoffice.com/calendar/share?token=236d1f15f1294d960e52362d10b7503c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一页行动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看完这场，至少带走一件可做的事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占坑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把日历链接发给要一起看的人，而不是开场再喊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各自写一个「最烦的会」：周会 / 客户会 / 评审会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对照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现场只记：麻烦、人、Agent、权限、出口文档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59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会后用内部测试会走一遍 Agent 入会，不上正式会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5204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490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51959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把可抄步骤写成飞书文档，变成下一次 brief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520439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7490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补课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251959"/>
            <a:ext cx="32004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没看成直播就去 B 站搜 AI Builder Demo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附录 · 会后自己试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公开能力：飞书 CLI 的会中机器人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这是公开技能说明，不是本场官方议程。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lark-cli vc +meeting-join --as bot --meeting-number &lt;9位会议号&gt;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入会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9 位会议号 + 机器人身份。会议必须进行中。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7889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事件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用返回的 meeting.id 拉进出 / 发言 / 共享。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发言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会中文本或表情，别拿来刷屏。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889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16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离会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74720"/>
            <a:ext cx="23774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看完就退，避免机器人一直挂在会里。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37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C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D3C8"/>
                </a:solidFill>
                <a:latin typeface="微软雅黑"/>
                <a:ea typeface="微软雅黑"/>
                <a:cs typeface="微软雅黑"/>
              </a:rPr>
              <a:t>先加会议。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7FAFF"/>
                </a:solidFill>
                <a:latin typeface="微软雅黑"/>
                <a:ea typeface="微软雅黑"/>
                <a:cs typeface="微软雅黑"/>
              </a:rPr>
              <a:t>上一场爆满，后面约不上。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0C05A"/>
                </a:solidFill>
                <a:latin typeface="微软雅黑"/>
                <a:ea typeface="微软雅黑"/>
                <a:cs typeface="微软雅黑"/>
              </a:rPr>
              <a:t>https://bytedance.larkoffice.com/calendar/share?token=236d1f15f1294d960e52362d10b7503c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材料用途：内部转发、会前预习、会中记录、会后复盘。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不是飞书官方议程，现场以主持人和日历为准。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飞书 AI Builder Demo Day #4  ·  观摩与转发材料  ·  非官方议程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A8B8D0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