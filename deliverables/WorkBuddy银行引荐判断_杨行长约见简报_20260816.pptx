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4A35A"/>
                </a:solidFill>
                <a:latin typeface="Microsoft YaHei"/>
              </a:rPr>
              <a:t>引荐人内部判断 · 不对外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WorkBuddy 银行引荐判断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3F6FA"/>
                </a:solidFill>
                <a:latin typeface="Microsoft YaHei"/>
              </a:rPr>
              <a:t>要不要现在引荐中国银行、上海银行，以及下周五怎么见杨行长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29000"/>
            <a:ext cx="201168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10515600" cy="141732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40480"/>
            <a:ext cx="10104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结论：可以引荐，但不要本周并行约见。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先把 8 月 21 日杨行长这场走实；上海银行做第二主线预热，中国银行只做探索。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不要用新银行催腾讯——他们若是方案没齐，多见面会更亏。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4A35A"/>
                </a:solidFill>
                <a:latin typeface="Microsoft YaHei"/>
              </a:rPr>
              <a:t>已知进度：泰隆已对接　东口支行行长已见　下周五见上海分行杨行长　腾讯思考偏长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Microsoft YaHei"/>
              </a:rPr>
              <a:t>2026年8月16日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一、当前态势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泰隆已经走到分行行长，腾讯还在想，辅线不要抢戏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4A35A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已对接泰隆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3F6FA"/>
                </a:solidFill>
                <a:latin typeface="Microsoft YaHei"/>
              </a:rPr>
              <a:t>WorkBuddy 进银行渠道</a:t>
            </a:r>
          </a:p>
          <a:p>
            <a:pPr algn="l"/>
            <a:r>
              <a:rPr sz="1300" b="0">
                <a:solidFill>
                  <a:srgbClr val="F3F6FA"/>
                </a:solidFill>
                <a:latin typeface="Microsoft YaHei"/>
              </a:rPr>
              <a:t>积分 / 开户赠礼 / 员工提效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4300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280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4A35A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91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东口支行已见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4884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3F6FA"/>
                </a:solidFill>
                <a:latin typeface="Microsoft YaHei"/>
              </a:rPr>
              <a:t>一线行长验证过话题</a:t>
            </a:r>
          </a:p>
          <a:p>
            <a:pPr algn="l"/>
            <a:r>
              <a:rPr sz="1300" b="0">
                <a:solidFill>
                  <a:srgbClr val="F3F6FA"/>
                </a:solidFill>
                <a:latin typeface="Microsoft YaHei"/>
              </a:rPr>
              <a:t>不是空对空介绍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4300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4A35A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周五见杨行长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3F6FA"/>
                </a:solidFill>
                <a:latin typeface="Microsoft YaHei"/>
              </a:rPr>
              <a:t>8月21日上海分行</a:t>
            </a:r>
          </a:p>
          <a:p>
            <a:pPr algn="l"/>
            <a:r>
              <a:rPr sz="1300" b="0">
                <a:solidFill>
                  <a:srgbClr val="F3F6FA"/>
                </a:solidFill>
                <a:latin typeface="Microsoft YaHei"/>
              </a:rPr>
              <a:t>从网点验证跳到立项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14300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280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A63D2F"/>
                </a:solidFill>
                <a:latin typeface="Microsoft YaHe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691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Microsoft YaHei"/>
              </a:rPr>
              <a:t>腾讯想得久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4884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方案、合规或授权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可能还没锁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03320"/>
            <a:ext cx="11430000" cy="24688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F5B"/>
                </a:solidFill>
                <a:latin typeface="Microsoft YaHei"/>
              </a:rPr>
              <a:t>为什么杨行长会比再引荐两家更值钱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109728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</a:rPr>
              <a:t>支行行长确认“一线愿不愿意推”；分行行长才能确认“上海要不要立项”。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</a:rPr>
              <a:t>泰隆已付出洽谈、见面、材料的沉没成本，周五是兑现窗口。中行和上海银行还在“有没有人愿意见”。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</a:rPr>
              <a:t>引荐人的价值不在同一周堆局，而在让腾讯把能说的说清、把要的决策要回。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WorkBuddy 银行引荐判断 · 内部材料 · 2026-08-16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二、先问腾讯为什么慢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两种病因对策相反，问清之前默认保护主线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50292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109728" cy="5029200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6B4F"/>
                </a:solidFill>
                <a:latin typeface="Microsoft YaHei"/>
              </a:rPr>
              <a:t>病因 A　缺银行侧真实需求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内部想推，但还在问：银行到底买不买账？除了泰隆还有没有人愿意谈？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F6B4F"/>
                </a:solidFill>
                <a:latin typeface="Microsoft YaHei"/>
              </a:rPr>
              <a:t>这时加线有用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5074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</a:rPr>
              <a:t>证明需求不只泰隆一家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</a:rPr>
              <a:t>降低“只押一单”的心理负担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</a:rPr>
              <a:t>会后正式引荐：先上海银行，再中行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</a:rPr>
              <a:t>本周仍只预热，不占会前精力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623560" cy="50292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109728" cy="502920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</a:rPr>
              <a:t>病因 B　内部包装没好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价格、发票、合规、品牌授权、谁来拍板还没对齐，对银行只能“再沟通一下”。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63D2F"/>
                </a:solidFill>
                <a:latin typeface="Microsoft YaHei"/>
              </a:rPr>
              <a:t>这时加线有害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80360"/>
            <a:ext cx="5074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</a:rPr>
              <a:t>大行问三句就会露出缺口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</a:rPr>
              <a:t>第一印象变成“没准备好”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</a:rPr>
              <a:t>本周只收紧杨行长会的可说边界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1F2A37"/>
                </a:solidFill>
                <a:latin typeface="Microsoft YaHei"/>
              </a:rPr>
              <a:t>问清之前，默认按病因 B 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WorkBuddy 银行引荐判断 · 内部材料 · 2026-08-16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三、三家银行怎么排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能级不同，不能同一周拉上台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502920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4A35A"/>
                </a:solidFill>
                <a:latin typeface="Microsoft YaHei"/>
              </a:rPr>
              <a:t>泰隆银行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F6FA"/>
                </a:solidFill>
                <a:latin typeface="Microsoft YaHei"/>
              </a:rPr>
              <a:t>本周唯一主线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32461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城商行 · 中小微最贴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东口支行已验证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周五见杨行长要方向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要牵头人、试点、下次谁来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不要把 1500 万当承诺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703320" cy="50292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258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2F5B"/>
                </a:solidFill>
                <a:latin typeface="Microsoft YaHei"/>
              </a:rPr>
              <a:t>上海银行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37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Microsoft YaHei"/>
              </a:rPr>
              <a:t>最合适的第二主线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461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总部在上海，决策半径短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叙事可复用泰隆那套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本周只探询人选和条线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会后视信号再正式引荐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先分行部门或支行一把手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50292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3258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B57A2A"/>
                </a:solidFill>
                <a:latin typeface="Microsoft YaHei"/>
              </a:rPr>
              <a:t>中国银行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737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Microsoft YaHei"/>
              </a:rPr>
              <a:t>只做探索，不当对手盘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86000"/>
            <a:ext cx="32461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品牌重、流程长、合规严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方案不标准就容易无下文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必须落到具体支行/条线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本周最多问愿不愿先聊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Microsoft YaHei"/>
              </a:rPr>
              <a:t>不当催单工具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WorkBuddy 银行引荐判断 · 内部材料 · 2026-08-16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四、现在引荐：收益对风险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方向对，时间不对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50292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</a:rPr>
              <a:t>为什么会想引荐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</a:rPr>
              <a:t>降低只押泰隆一家的风险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</a:rPr>
              <a:t>给腾讯外部节奏，从“做不做”变成“先做谁”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</a:rPr>
              <a:t>验证模式能不能复制到第二家银行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</a:rPr>
              <a:t>引荐人持续输送资源，不绑死在一单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50292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25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</a:rPr>
              <a:t>为什么本周不宜并行约见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</a:rPr>
              <a:t>冲主线：周五会仍可能“再想想”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</a:rPr>
              <a:t>大行问三句，腾讯若没准备更亏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</a:rPr>
              <a:t>泰隆若听说还在见别人，不愿拍板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1F2A37"/>
                </a:solidFill>
                <a:latin typeface="Microsoft YaHei"/>
              </a:rPr>
              <a:t>把引荐用成催单，关系会变味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WorkBuddy 银行引荐判断 · 内部材料 · 2026-08-16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五、建议打法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引荐 ≠ 本周约见。三档动作分开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11430000" cy="15087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128016" cy="150876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075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</a:rPr>
              <a:t>本周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A"/>
                </a:solidFill>
                <a:latin typeface="Microsoft YaHei"/>
              </a:rPr>
              <a:t>8/16—21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371600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</a:rPr>
              <a:t>只做杨行长这一场正式会。中行、上海银行进预热名单，最多一条探询。问清腾讯卡点。明确告诉腾讯：本周不安排第二场。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88920"/>
            <a:ext cx="11430000" cy="15087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128016" cy="1508760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6B4F"/>
                </a:solidFill>
                <a:latin typeface="Microsoft YaHei"/>
              </a:rPr>
              <a:t>会后 3 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5584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A"/>
                </a:solidFill>
                <a:latin typeface="Microsoft YaHei"/>
              </a:rPr>
              <a:t>8/24—25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17520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</a:rPr>
              <a:t>按信号升级或按住。杨行长给方向：辅线继续预热。礼貌但空：上海银行升为正式引荐。腾讯答不利落：停新引荐，先补说法。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434840"/>
            <a:ext cx="11430000" cy="15087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434840"/>
            <a:ext cx="128016" cy="150876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994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63D2F"/>
                </a:solidFill>
                <a:latin typeface="Microsoft YaHei"/>
              </a:rPr>
              <a:t>不要做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0176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A"/>
                </a:solidFill>
                <a:latin typeface="Microsoft YaHei"/>
              </a:rPr>
              <a:t>红线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663440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</a:rPr>
              <a:t>会前拉腾讯见中行或上海银行；对两家新银行报 1500 万；对泰隆说“同时还在谈别人”；把引荐当催单。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WorkBuddy 银行引荐判断 · 内部材料 · 2026-08-16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六、下周五杨行长约见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目标不是签单，是把支行验证变成分行方向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4A35A"/>
                </a:solidFill>
                <a:latin typeface="Microsoft YaHei"/>
              </a:rPr>
              <a:t>1  原则同意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5448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作为中小微增值服务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继续论证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09728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188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F5B"/>
                </a:solidFill>
                <a:latin typeface="Microsoft YaHei"/>
              </a:rPr>
              <a:t>2  指定牵头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155448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部门或人落地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避免会后再研究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188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F5B"/>
                </a:solidFill>
                <a:latin typeface="Microsoft YaHei"/>
              </a:rPr>
              <a:t>3  划定试点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5448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部分网点/客群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先小后大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09728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188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F5B"/>
                </a:solidFill>
                <a:latin typeface="Microsoft YaHei"/>
              </a:rPr>
              <a:t>4  约下次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1554480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商务/科技/合规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谁来、何时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834640"/>
            <a:ext cx="5623560" cy="329184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9718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F6B4F"/>
                </a:solidFill>
                <a:latin typeface="Microsoft YaHei"/>
              </a:rPr>
              <a:t>可说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83280"/>
            <a:ext cx="52120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F2A37"/>
                </a:solidFill>
                <a:latin typeface="Microsoft YaHei"/>
              </a:rPr>
              <a:t>东口支行已交流，一线认为有差异化权益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F2A37"/>
                </a:solidFill>
                <a:latin typeface="Microsoft YaHei"/>
              </a:rPr>
              <a:t>主方向：积分兑换、开户/拜访赠 AI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F2A37"/>
                </a:solidFill>
                <a:latin typeface="Microsoft YaHei"/>
              </a:rPr>
              <a:t>员工应用、联名卡可研究，不当场拍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F6B4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F2A37"/>
                </a:solidFill>
                <a:latin typeface="Microsoft YaHei"/>
              </a:rPr>
              <a:t>先试点后扩量；不接核心系统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834640"/>
            <a:ext cx="5623560" cy="329184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9718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A63D2F"/>
                </a:solidFill>
                <a:latin typeface="Microsoft YaHei"/>
              </a:rPr>
              <a:t>不可说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83280"/>
            <a:ext cx="52120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F2A37"/>
                </a:solidFill>
                <a:latin typeface="Microsoft YaHei"/>
              </a:rPr>
              <a:t>1500 万不是已定预算或报价承诺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F2A37"/>
                </a:solidFill>
                <a:latin typeface="Microsoft YaHei"/>
              </a:rPr>
              <a:t>不说行业首创、腾讯联合产品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F2A37"/>
                </a:solidFill>
                <a:latin typeface="Microsoft YaHei"/>
              </a:rPr>
              <a:t>不提中行、上海银行，不用别家催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A63D2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F2A37"/>
                </a:solidFill>
                <a:latin typeface="Microsoft YaHei"/>
              </a:rPr>
              <a:t>不请行长当场定采购金额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WorkBuddy 银行引荐判断 · 内部材料 · 2026-08-16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七、给三方的口径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同一周，四套话不能串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11430000" cy="1170432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965960" cy="1170432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78308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4A35A"/>
                </a:solidFill>
                <a:latin typeface="Microsoft YaHei"/>
              </a:rPr>
              <a:t>对腾讯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261872"/>
            <a:ext cx="9052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泰隆周五见杨行长是本周唯一正式场。中行和上海银行我可以预热人选，不占你们会前时间。你们若卡在方案和合规，我先不把大行带上场。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77439"/>
            <a:ext cx="11430000" cy="1170432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377439"/>
            <a:ext cx="1965960" cy="1170432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77439"/>
            <a:ext cx="178308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4A35A"/>
                </a:solidFill>
                <a:latin typeface="Microsoft YaHei"/>
              </a:rPr>
              <a:t>对上海银行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542031"/>
            <a:ext cx="9052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腾讯 WorkBuddy 在看银行渠道，上海已有一家城商行在交流。想先了解你们公司金融或零售权益条线是否方便沟通。不是采购谈判。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657600"/>
            <a:ext cx="11430000" cy="1170432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1965960" cy="1170432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178308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4A35A"/>
                </a:solidFill>
                <a:latin typeface="Microsoft YaHei"/>
              </a:rPr>
              <a:t>对中国银行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822192"/>
            <a:ext cx="9052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想介绍一个企业 AI 工具，看是否适合做客户增值或网点补充。先找上海具体支行或普惠/公司金融条线轻量交流，不谈总行级合作。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59"/>
            <a:ext cx="11430000" cy="1170432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937759"/>
            <a:ext cx="1965960" cy="1170432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37759"/>
            <a:ext cx="178308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4A35A"/>
                </a:solidFill>
                <a:latin typeface="Microsoft YaHei"/>
              </a:rPr>
              <a:t>对泰隆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102351"/>
            <a:ext cx="9052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东口支行已经沟通过。今天请杨行长看两件事：值不值得在上海试点；如果值得，谁来牵头。金额和系统对接都可以后置。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WorkBuddy 银行引荐判断 · 内部材料 · 2026-08-16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八、会后决策树与十天动作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用杨行长会的结果，而不是用焦虑，决定要不要引荐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2788920" cy="91440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F6B4F"/>
                </a:solidFill>
                <a:latin typeface="Microsoft YaHei"/>
              </a:rPr>
              <a:t>原则同意 + 有牵头人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泰隆继续深挖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上海银行预热即可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中行暂缓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9728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2788920" cy="91440"/>
          </a:xfrm>
          <a:prstGeom prst="rect">
            <a:avLst/>
          </a:prstGeom>
          <a:solidFill>
            <a:srgbClr val="B5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28016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57A2A"/>
                </a:solidFill>
                <a:latin typeface="Microsoft YaHei"/>
              </a:rPr>
              <a:t>正向但要内部再议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给泰隆 1—2 周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同时约上海银行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做探索性沟通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2788920" cy="91440"/>
          </a:xfrm>
          <a:prstGeom prst="rect">
            <a:avLst/>
          </a:prstGeom>
          <a:solidFill>
            <a:srgbClr val="A63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28016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63D2F"/>
                </a:solidFill>
                <a:latin typeface="Microsoft YaHei"/>
              </a:rPr>
              <a:t>礼貌、无牵头、无下次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6596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正式引荐上海银行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中行只做一人探询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09728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097280"/>
            <a:ext cx="2788920" cy="9144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28016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</a:rPr>
              <a:t>腾讯会上答不利落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96596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停止一切新引荐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先补一页标准说法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429000"/>
            <a:ext cx="11430000" cy="269748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Microsoft YaHei"/>
              </a:rPr>
              <a:t>口头一句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109728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本周只打泰隆杨行长；中行和上海银行先预热、会后再引荐。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两家里先上海银行，中国银行不当催单工具。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腾讯想得久，先问清是缺样本还是缺方案，再决定加不加线。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WorkBuddy 银行引荐判断 · 内部材料 · 2026-08-16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