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抚顺路和哈尔滨路路口交通事故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伤者：胡志远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结论：出院记录已定性开放伤，伤残尚未鉴定，现在不能报残级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岁男性胡志远。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病历、腕带、出院记录同名。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住院号 0001519455，33 床。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出院诊断（比 CT 更重）：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右开放性踝关节骨折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右开放性踝关节脱位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韧带断裂、皮肤坏死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胫骨远端、腓骨近端骨折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8月14日 19:01 手术：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内外固定+清创+VSD。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出院记录：外固定架及克氏针。根数以手术记录为准。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入院 8/14 14:14，出院 8/17 08:00。8/15 是术后 CT。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评谁：只评伤者胡志远。别人没有残。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评什么：右踝开放伤后的功能、行走能力。骨刺、高血压、糖尿病删掉。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医学内部判断：开放性骨折脱位+韧带+VSD，损伤较重；级数看功能，不看急诊片子。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抚顺路批发市场 · 抚顺路和哈尔滨路路口 · 认定书尚未出具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货运三轮，可能被认定机动车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仅抚顺路批发市场内部牌，无青岛市号牌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驾驶人有驾驶资格证书；左转向灯失灵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护栏开口借道，先右再左大弧度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刘孝春不替美团补差额；己方份额和车主过错另计。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转院与保险：核心只三点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这些材料大量重复。不另找三甲。费用按 4 万元核清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1. 先完成原医院结算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齐鲁出院结算、33 床出院记录、押金原路退。跨院必须先结上一院，才能办人民医院入院。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完成：齐鲁出院手续办完，人民医院能收材料。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2. 确认新医院能否正常入院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市北区人民医院（抚顺路院区）办住院号。医疗安全为先：手续卡住先问齐鲁能否收回，不要另找三甲碰运气。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完成：住院号办成。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向实际承保公司书面确认二甲医院的赔付资格和比例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骑手拉群报案。要保单号、书面比例。不依赖交警、医院或非经办人员的口头判断。家属确认可以赔、比例待定，不等于书面已到。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完成：书面或群内文字：认不认人民医院、比例多少。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立即八事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律师看完监控再定程序。现在不谈总赔偿数额、不定残级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212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1. 向交警确认书面事故认定书的进度，并索取事故编号、监控保存情况及简易/一般程序的书面说明。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2. 在同意任何责任比例或程序选择前，查看监控和车辆材料，尤其评估一般程序可能带来的车辆与驾驶资格风险。不到场见骑手，不先发函。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3. 向实际承保保险公司报案并取得书面答复，不再依赖交警、医院或非经办人员的口头判断。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4. 以医疗安全为先确定住院地点，补齐齐鲁医院出院结算、出院记录和市北区人民医院入院材料。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5. 立即建立费用台账，逐笔核清 4 万元金额。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6. 保存事故监控、全部病历、票据、转运材料及沟通记录原件和电子备份。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7. 核实伤者与用工方关系、车辆归属、工资结算和事故当日工作任务，为可能的工伤或用工责任主张留证。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8. 待病情稳定并达到鉴定条件后，再由有资质机构进行伤残鉴定；不要根据录音中的推测提前确定等级或金额。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 / 已经几级伤残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医保能报就是美团险能报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已经是康复期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现在谈总赔偿数额 / 一次性打包了结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