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红枫路交通事故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伤者：胡某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结论：影像已定性，伤残尚未鉴定，现在不能报残级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岁男性胡某。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三份 CT 都是他的：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右小腿、右足、术后右踝。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本次外伤（急诊 CT）：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右胫骨远端骨折，移位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右腓骨近端骨折，移位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右踝关节半脱位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距骨内缘、外踝撕脱骨折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8月15日已做内外固定，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复查固定在位、位线可。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术后 CT：内外固定在位。以手术记录为准。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当天住院 CT 在手足外科，仍在齐鲁术后复查。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评谁：只评伤者胡某。别人没有残。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评什么：右踝功能、行走能力。右足骨刺、退变删掉。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医学内部判断：损伤较重，日后若踝关节明显受限，具备启动评残的基础；级数看功能，不看急诊片子。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抚顺路批发市场 · 抚顺路与哈尔滨路交叉口 · 认定书尚未出具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货运三轮，可能被认定机动车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仅抚顺路批发市场内部牌，无青岛市号牌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驾驶人有驾驶资格证书；左转向灯失灵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护栏开口借道，先右再左大弧度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刘孝春不替美团补差额；己方份额和车主过错另计。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医院怎么选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不转其他三甲。首选齐鲁，次选人民医院，前提是保险认、住院号办成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115568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今天：办齐鲁出院，结束没有住院号的空窗。同时问赛主任能否收回；问美团险认不认人民医院。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齐鲁能收回 → 回齐鲁。手术组在、三甲、交警口径、病历连续。这是首选。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齐鲁收不回 + 美团险确认可赔 → 暂留市北区人民医院。赛主任查房要落实。发热、伤口、外固定异常立刻回三甲。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美团险不认人民医院 → 不要留。请保险对接三甲，家属不自己满城找床。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其他三甲：末选。外固定再搬一次风险大，别人也难收一个月占床。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对赛主任：术后两天不是康复期，二甲还办不了入院。要么收回，要么马上办完出院。不闹、不装病。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本周只做六件事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先固定证据和住院身份。现在不谈总赔偿数额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1  问齐鲁收回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出院结算 + 问赛主任：术后两天能否收回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2  问美团险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报全称：市北区人民医院抚顺路院区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3  存病历发票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三份 CT、手术记录、费用明细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4  公对公留痕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交警电话给赛主任，不换号不代扮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5  保险进群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本周见到骑手，平台和保险进群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6  只谈已发生费用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不谈总赔偿数额，不报残级，不签了结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 / 已经几级伤残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医保能报就是美团险能报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已经是康复期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装病 / 出院再入院绕考核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现在谈总赔偿数额 / 一次性打包了结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