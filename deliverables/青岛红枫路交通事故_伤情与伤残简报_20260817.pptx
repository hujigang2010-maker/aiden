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市北区 · 红枫路汽车市场外抚顺路 · 监控已调取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交警认定属机动车，无正规号牌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掉头先右靠再大弧度左拐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费用两套口述（3.5万 / 7万）冲突，用发票重做台账。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转院报销卡住了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人已到人民医院，齐鲁出院未办，二甲入院办不成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今天第一优先：办齐鲁出院结算，再办人民医院入院。人在床上没有住院号最危险。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朋友说公立二甲一般能报。对方自己只是骨裂、没住院，不能当保单条款。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家属会后口径正确：二甲能不能报，保险公司说了算。保险说不行就不能住。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交警默认三甲，同路段有二甲先例，但不能书面保证。要留痕。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不做：装病拒出院、出院再入院绕考核、代扮交警、把人社局当评残入口。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手术已在齐鲁三甲完成。无论住哪，都要说清为什么转、转到哪一级。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本周只做六件事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先打通住院身份。残级、总包死价不谈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1  办出院入院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齐鲁结算 → 人民医院入院，避免空窗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2  问保险公司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交警要美团保险电话：二甲到底认不认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3  存病历发票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三份 CT、手术记录、费用明细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4  公对公留痕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交警电话给赛主任，不换号不代扮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5  保险进群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本周见到骑手，平台和保险进群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6  只谈已发生费用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不谈残级，不签一次性了结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已经几级伤残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朋友说公立二甲一定能报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一次性打包，以后不再找你们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