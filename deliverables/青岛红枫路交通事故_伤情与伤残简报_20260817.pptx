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红枫路汽车市场外抚顺路 · 监控已调取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掉头先右靠再大弧度左拐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费用两套口述（3.5万 / 7万）冲突，用发票重做台账。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治疗不要断档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手术已经在三甲做完，这是有利起点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8月14日急诊骨科 CT → 8月15日手足与显微重建外科术后 CT：齐鲁医院三甲闭环。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交通事故就医默认三甲。转二甲（市北区人民医院）有理赔不确定风险。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交警说同路段有二甲先例，但不能书面保证。要留痕，不能只听「应该没问题」。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跨院必须先结算再入院。这是硬规则。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赛主任要交警电话：可以给，公对公。不要家属扮演交警。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目标：尽量留在或转回三甲连续治疗；若暂留二甲，书面确认接收交通事故伤者。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残级、总包死价，本周不谈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存 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三份报告、检查号、影像入口全部下载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要病历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入院、手术、医嘱、费用明细、发票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不断治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按医院规则结算，避免无法入院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医院级别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交警与赛主任公对公留痕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已经几级伤残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先走一般程序把对方扣死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没有发票的现金也算进去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