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市北区 · 红枫路汽车市场外抚顺路 · 监控已调取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交警认定属机动车，无正规号牌（市场内部牌）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车主刘孝春，转向灯失灵仍交人使用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掉头先右靠再大弧度左拐；当时在为刘家卸货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刘孝春不替美团补差额；己方份额和车主过错另计。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医院怎么选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不转其他三甲。首选齐鲁，次选人民医院，前提是保险认、住院号办成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今天：办齐鲁出院，结束没有住院号的空窗。同时问赛主任能否收回；问美团险认不认人民医院。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齐鲁能收回 → 回齐鲁。手术组在、三甲、交警口径、病历连续。这是首选。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齐鲁收不回 + 美团险确认可赔 → 暂留市北区人民医院。赛主任查房要落实。发热、伤口、外固定异常立刻回三甲。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美团险不认人民医院 → 不要留。请保险对接三甲，家属不自己满城找床。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其他三甲：末选。外固定再搬一次风险大，别人也难收一个月占床。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对赛主任：术后两天不是康复期，二甲还办不了入院。要么收回，要么马上办完出院。不闹、不装病。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本周只做六件事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先打通住院身份。残级、总包死价不谈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1  问齐鲁收回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出院结算 + 问赛主任：术后两天能否收回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2  问美团险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报全称：市北区人民医院抚顺路院区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3  存病历发票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三份 CT、手术记录、费用明细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4  公对公留痕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交警电话给赛主任，不换号不代扮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5  保险进群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本周见到骑手，平台和保险进群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6  只谈已发生费用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不谈残级，不签一次性了结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一次性打包，以后不再找你们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