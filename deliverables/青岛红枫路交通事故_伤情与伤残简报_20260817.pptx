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Microsoft YaHei"/>
                <a:ea typeface="Microsoft YaHei"/>
              </a:rPr>
              <a:t>山东大学齐鲁医院（青岛）云影像  ×  得到大脑通话整理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红枫路交通事故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伤情鉴定与伤残情况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3F6FA"/>
                </a:solidFill>
                <a:latin typeface="Microsoft YaHei"/>
                <a:ea typeface="Microsoft YaHei"/>
              </a:rPr>
              <a:t>伤者：胡某 · 男 · 64岁</a:t>
            </a:r>
          </a:p>
          <a:p>
            <a:pPr algn="l"/>
            <a:r>
              <a:rPr sz="1800" b="0">
                <a:solidFill>
                  <a:srgbClr val="F3F6FA"/>
                </a:solidFill>
                <a:latin typeface="Microsoft YaHei"/>
                <a:ea typeface="Microsoft YaHei"/>
              </a:rPr>
              <a:t>结论：影像已定性，伤残尚未鉴定，现在不能报残级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内部决策简报  ·  2026年8月17日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先看结论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病例链接打开后，只需要记住这三句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  <a:ea typeface="Microsoft YaHei"/>
              </a:rPr>
              <a:t>1. 谁受伤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只有 64 岁男性胡某。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三份 CT 都是他的：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右小腿、右足、术后右踝。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家属胡继刚是对接人，不是伤者。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骑手没有本次伤残材料。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73152" cy="50292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  <a:ea typeface="Microsoft YaHei"/>
              </a:rPr>
              <a:t>2. 伤了什么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本次外伤（急诊 CT）：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右胫骨远端骨折，移位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右腓骨近端骨折，移位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右踝关节半脱位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距骨内缘、外踝撕脱骨折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8月15日已做内外固定，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复查固定在位、位线可。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73152" cy="502920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25272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  <a:ea typeface="Microsoft YaHei"/>
              </a:rPr>
              <a:t>3. 谁伤残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545336"/>
            <a:ext cx="333756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现在：谁都还没有伤残等级。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CT 是影像诊断，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不是伤残鉴定书。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评残要等治疗终结后，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由司法鉴定机构做。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现在对外禁止说「几级残」。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齐鲁医院三份已审核 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检查号可直接用于病历和理赔材料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64008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08-14 急诊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10008056847  右小腿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胫骨远端+腓骨近端骨折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踝关节半脱位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距骨内缘、外踝撕脱骨折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软组织肿胀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64008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08-14 急诊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10008056848  右足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组成骨完整，无新发骨折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退行性变、跟骨骨刺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第一跖骨头囊变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不计入本次评残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618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08-15 住院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  <a:ea typeface="Microsoft YaHei"/>
              </a:rPr>
              <a:t>10008059257  右踝术后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手足与显微重建外科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内外固定在位，位线可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周围软组织仍肿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证明手术已在三甲完成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通话必须改口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得到大脑转写不能当诊断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右脚后跟粉碎性骨折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右足 CT 无跟骨粉碎骨折，只有骨刺。粉碎在胫骨远端和踝关节。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7744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只是腓骨下段断了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报告写腓骨近端骨折，另有外踝撕脱。两处都要记。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416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打了两根或四根钢钉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术后 CT：内外固定在位。以手术记录为准。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937760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63D2F"/>
                </a:solidFill>
                <a:latin typeface="Microsoft YaHei"/>
                <a:ea typeface="Microsoft YaHei"/>
              </a:rPr>
              <a:t>不要再说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2180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  <a:ea typeface="Microsoft YaHei"/>
              </a:rPr>
              <a:t>8月15日已经出院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F6B4F"/>
                </a:solidFill>
                <a:latin typeface="Microsoft YaHei"/>
                <a:ea typeface="Microsoft YaHei"/>
              </a:rPr>
              <a:t>当天住院 CT 在手足外科，仍在齐鲁术后复查。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伤残怎么处理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现在只准备，不报价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评谁：只评伤者胡某。别人没有残。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何时：治疗终结、临床相对稳定后。骨折内固定常见约伤后 3 个月以上，以鉴定机构书面要求为准。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标准：道路交通事故用《人体损伤致残程度分级》。不要套工伤标准，不要用网上计算器报级。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评什么：右踝功能、行走能力。右足骨刺、退变删掉。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现在对外：禁止说已经几级。面谈不锁总包死价。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医学内部判断：损伤较重，日后若踝关节明显受限，具备启动评残的基础；级数看功能，不看急诊片子。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交警视频排除全责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抚顺路批发市场 · 抚顺路与哈尔滨路交叉口 · 认定书尚未出具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228600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  <a:ea typeface="Microsoft YaHei"/>
              </a:rPr>
              <a:t>三轮车（伤者）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5257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货运三轮，可能被认定机动车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仅抚顺路批发市场内部牌，无青岛市号牌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驾驶人有驾驶资格证书；左转向灯失灵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护栏开口借道，先右再左大弧度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73152" cy="228600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  <a:ea typeface="Microsoft YaHei"/>
              </a:rPr>
              <a:t>美团二轮（女骑手）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45336"/>
            <a:ext cx="5257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未保持安全车距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后方视野更好，有条件规避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• 无交强险，靠平台保险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11338560" cy="2468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F5B"/>
                </a:solidFill>
                <a:latin typeface="Microsoft YaHei"/>
                <a:ea typeface="Microsoft YaHei"/>
              </a:rPr>
              <a:t>可能结果只有两种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① 双方同等责任　　② 三轮次责、外卖主责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任何一方全责，交警明确排除。法院看视频也不会超出这个范围。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Microsoft YaHei"/>
                <a:ea typeface="Microsoft YaHei"/>
              </a:rPr>
              <a:t>8月15–16日家属按全责讨论，从今天起停用。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程序和钱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不要用一般程序去赌全责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" cy="502920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</a:rPr>
              <a:t>简易优先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45336"/>
            <a:ext cx="525780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不审车辆手续和驾照，快出认定书。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交警建议先协商走简易，避免己方无牌/可能无证被罚。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前提：问清美团平台保险在该责任比例下能否赔医疗费和日后伤残。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73152" cy="50292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527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  <a:ea typeface="Microsoft YaHei"/>
              </a:rPr>
              <a:t>钱从保险来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45336"/>
            <a:ext cx="525780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骑手个人偿付能力弱，交警已提醒判了也可能执行不到。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先要：保单/工号、理赔窗口、是否必须认定书。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刘孝春不替美团补差额；己方份额和车主过错另计。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  <a:ea typeface="Microsoft YaHei"/>
              </a:rPr>
              <a:t>责任方截至 8月16日一分未付。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医院怎么选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不转其他三甲。首选齐鲁，次选人民医院，前提是保险认、住院号办成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今天：办齐鲁出院，结束没有住院号的空窗。同时问赛主任能否收回；问美团险认不认人民医院。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齐鲁能收回 → 回齐鲁。手术组在、三甲、交警口径、病历连续。这是首选。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齐鲁收不回 + 美团险确认可赔 → 暂留市北区人民医院。赛主任查房要落实。发热、伤口、外固定异常立刻回三甲。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美团险不认人民医院 → 不要留。请保险对接三甲，家属不自己满城找床。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其他三甲：末选。外固定再搬一次风险大，别人也难收一个月占床。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C4A35A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</a:rPr>
              <a:t>对赛主任：术后两天不是康复期，二甲还办不了入院。要么收回，要么马上办完出院。不闹、不装病。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本周只做六件事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先打通住院身份。残级、总包死价不谈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1  问齐鲁收回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出院结算 + 问赛主任：术后两天能否收回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2  问美团险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报全称：市北区人民医院抚顺路院区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3  存病历发票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三份 CT、手术记录、费用明细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4  公对公留痕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交警电话给赛主任，不换号不代扮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576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5  保险进群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本周见到骑手，平台和保险进群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65760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  <a:ea typeface="Microsoft YaHei"/>
              </a:rPr>
              <a:t>6  只谈已发生费用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4805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</a:rPr>
              <a:t>不谈残级，不签一次性了结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面谈禁用清单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</a:rPr>
              <a:t>说错一句，责任和评残都会被对方抓住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对方全责 / 已经几级伤残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7452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2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右脚后跟粉碎性骨折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5176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5176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医保能报就是美团险能报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42900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已经是康复期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0624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20624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装病 / 出院再入院绕考核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9834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983480"/>
            <a:ext cx="109728" cy="6858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480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  <a:ea typeface="Microsoft YaHei"/>
              </a:rPr>
              <a:t>一次性打包，以后不再找你们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青岛红枫路交通事故 · 内部材料 · 底稿 08-17 补充 08-19 · 伤残尚未鉴定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