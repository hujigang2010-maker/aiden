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B8A6"/>
                </a:solidFill>
                <a:latin typeface="Microsoft YaHei"/>
              </a:rPr>
              <a:t>AI 项目管理 · 产品接手 · 可复用方法论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接手失败项目的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通用框架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21945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先全量摸底 → 再按自己的逻辑重构 → 完成后及时转向</a:t>
            </a:r>
          </a:p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把一次「救火」沉淀成可迁移的作战手册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074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全量摸底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983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074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逻辑重构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983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074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及时转向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为什么「接手失败项目」需要框架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多数失败不是能力不够，而是缺一套可重复的接手节奏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盲目救火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7160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一上来就改功能、修 Bug，越修越散，无法建立全局图景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继承幻觉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默认沿用前任的目标、架构与叙事，把错误路径继续走下去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无限收尾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4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清理没有终点，接手变成长期陪葬，错过下一阶段价值创造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经验不可迁移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93776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每次都靠个人直觉，组织层面无法沉淀为可复用能力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框架总览：三步闭环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摸底建立真相 → 重构建立主权 → 转向释放产能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657600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01 全量摸底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建立事实底座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资产 / 债务 / 干系人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可用 / 不可用 / 未知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不做局部修补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657600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280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02 逻辑重构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用自己的操作系统接管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目标重定义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杀 / 留 / 重写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叙事与决策权归己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1887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88720"/>
            <a:ext cx="365760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1280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03 及时转向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定义完成并离开清理态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46888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写清「接手完成」标准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交接或进入创造期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E293B"/>
                </a:solidFill>
                <a:latin typeface="Microsoft YaHei"/>
              </a:rPr>
              <a:t>沉淀可复用 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步骤一｜全量摸底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先看见全貌，再谈动作；摸底不是拖延，是防踩雷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91440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80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摸什么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46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目标与承诺：当初卖什么、现在还剩什么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资产清单：代码、数据、文档、账号、合同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债务清单：技术债、合规债、信誉债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干系人地图：谁能拍板、谁在等结果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外部约束：时间、预算、法务、品牌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91440" cy="4846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0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怎么摸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645920"/>
            <a:ext cx="3246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只读优先：先读后改，禁止边摸边大改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三色标注：绿可用 / 黄存疑 / 红不可用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事实与观点分离：记录证据，不下结论过早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时间盒：例如 3–5 天完成第一轮全量盘点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输出物：一页现状真相图 + 风险清单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91440" cy="4846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280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icrosoft YaHei"/>
              </a:rPr>
              <a:t>摸底完成标准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645920"/>
            <a:ext cx="3246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能讲清「为什么失败」的主因假设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能指出可 salvage 的 20% 高价值资产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能列出必须立刻停掉的危险动作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干系人对「现状陈述」基本无异议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进入重构前，团队知道边界在哪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摸底输出：一页「现状真相图」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把复杂项目压成可决策的四象限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161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可直接复用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稳定核心模块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已验证的数据/流程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可迁移的客户关系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161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需改造后使用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半成品功能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文档不全但有价值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依赖脆弱的集成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9476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67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应立即冻结/停用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无人维护的旁路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合规风险点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虚假进度与空壳指标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5486400" cy="4572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67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信息不足 · 待查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3484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关键决策无人能答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历史承诺口径不一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成本/收益无数据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步骤二｜按自己的逻辑重构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接手不是继承前任世界观，而是重建可执行的操作系统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重定义成功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用当前约束重写目标：什么叫「救回来」、什么叫「可以放弃」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先杀后留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默认不信任旧路线；能删则删，能绕则绕，重写只投在主路径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主权在己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决策口径、优先级、验收标准由接手方定义，避免「双轨指挥」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小闭环验证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用最短闭环证明新逻辑成立，再扩大重构半径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叙事同步改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对内对外统一新故事：失败归因、当前策略、下一步里程碑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工具服从逻辑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4348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AI / 流程 / 看板只是执行层，先定逻辑再选工具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重构决策矩阵：杀 / 留 / 重写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把情绪争论变成可执行的分类动作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70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适用信号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70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典型动作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170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风险若做错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3736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109728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无主责、无证据、无用户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下线、冻结、归档、切断入口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继续烧资源维持空壳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109728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稳定、可证伪、低维护成本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最小改动纳入新边界，写清契约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误删核心资产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48056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09728" cy="1234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46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重写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46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主路径但旧设计不可救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846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按新逻辑重做最小可行切片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846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大爆炸重写失控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步骤三｜完成后及时转向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接手有终点；清理态不是事业态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Microsoft YaHei"/>
              </a:rPr>
              <a:t>核心原则：提前写下「接手完成」的可验收定义。没有完成定义，就会永远停在修补循环里。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91440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8803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完成定义示例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4612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主路径可演示且可复现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关键风险已封堵或有 owner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干系人接受新目标与边界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文档与职责完成交接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4320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743200"/>
            <a:ext cx="91440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8803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转向去向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24612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进入增长/交付创造期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交给稳态 Owner 运营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正式关停并沉淀复盘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拆成新项目重新立项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4320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743200"/>
            <a:ext cx="91440" cy="3200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8803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icrosoft YaHei"/>
              </a:rPr>
              <a:t>防拖延机制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24612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公开倒计时与里程碑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每周问：还在清理还是在创造？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清理任务设 WIP 上限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到期未完成则升级决策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常见反模式（务必避开）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框架的价值一半在「做什么」，一半在「坚决不做什么」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边摸边大改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事实未稳就重构，导致无法归因：是旧问题还是新动作造成的？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讨好式继承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不敢否定前任目标，结果变成「双目标并行」，资源被撕碎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完美主义清理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2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追求把所有债还清再前进，错过窗口期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37033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工具崇拜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先上 AI Agent / 看板 / 新框架，却没有接手逻辑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611880"/>
            <a:ext cx="37033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口头交接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4340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没有书面完成定义与 owner，转向后问题回流到接手人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1188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611880"/>
            <a:ext cx="37033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英雄主义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4340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个人救火替代系统建设，经验无法复制，人一走项目再崩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场景 A｜AI 项目管理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用框架接管「跑偏的 AI 项目」而不是继续堆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全量摸底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盘点：目标指标、数据质量、模型/Agent 边界、评测集、成本账单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分清：演示效果 vs 可上线能力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标出幻觉高发路径与无人负责模块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逻辑重构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重定：业务问题 → 任务分解 → 人机分工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杀无效 Agent 链路；留可评测链路；重写主任务编排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建立：验收用例、失败回退、人工兜底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及时转向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主链路达标即冻结探索性实验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把探索预算单列，避免污染交付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沉淀：提示词/评测/运维 playbook 后交稳态团队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场景 B｜产品接手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新产品负责人如何在 2–4 周内夺回方向权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91440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801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第 1 周 · 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用户真实路径走查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收入/留存/成本三张表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干系人一对一访谈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输出真相图与停做清单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91440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801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第 2–3 周 · 重构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6459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重写产品北极星与非目标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砍路线图到一条主路径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重排团队职责与节奏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对外统一新叙事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91440" cy="4846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2801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icrosoft YaHei"/>
              </a:rPr>
              <a:t>第 4 周 · 转向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64592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演示可验收切片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明确 Owner 与 SLA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关闭接手专项看板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进入常态迭代/增长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接手失败项目的通用框架 · 全量摸底 → 按己逻辑重构 → 完成后及时转向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一页作战手册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B8A6"/>
                </a:solidFill>
                <a:latin typeface="Microsoft YaHei"/>
              </a:rPr>
              <a:t>接到失败项目时，按此顺序行动，不要跳步。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1. 设时间盒，宣布「只读摸底期」——禁止大改。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2. 产出真相图：可复用 / 需改造 / 冻结 / 待查。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3. 重写成功定义与非目标，获关键干系人书面确认。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4. 用杀/留/重写矩阵压缩范围到一条主路径。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5. 跑通最短可验证闭环，再扩大重构半径。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6. 写下接手完成标准；到期转向，清理任务设上限。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7. 沉淀 playbook，交给稳态 Owner，自己进入下一创造。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Microsoft YaHei"/>
              </a:rPr>
              <a:t>适用：AI 项目管理 · 产品接手 · 技术债抢救 · 失败业务盘活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