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临港  ×  WeTest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中日数字经济跨国发展与高质量交付闭门会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4A04C"/>
                </a:solidFill>
                <a:latin typeface="微软雅黑"/>
                <a:ea typeface="微软雅黑"/>
              </a:rPr>
              <a:t>政策护航  ×  质量守护  —— 一站式中日出海/入华解决方案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活动策划 · 现场宣讲 · 转化路径  | 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主办：上海科技企业协会   联合主办：临港科技城 × WeTest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战略逻辑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政策红利 × 质量护航 —— 一次活动，三重转化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2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9377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3D91"/>
                </a:solidFill>
                <a:latin typeface="微软雅黑"/>
                <a:ea typeface="微软雅黑"/>
              </a:rPr>
              <a:t>1  临港新片区（场）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383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数据跨境流动审批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金融创新 / 跨境支付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税收 / 人才落户红利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对日 JETRO 桥梁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4937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93776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4A04C"/>
                </a:solidFill>
                <a:latin typeface="微软雅黑"/>
                <a:ea typeface="微软雅黑"/>
              </a:rPr>
              <a:t>2  姚志勇教授（势）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383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中日数字贸易宏观趋势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自贸区跨国商业壁垒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学术权威背书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建立 C 级共识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4937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937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3  WeTest（落地）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3832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UDT 日本真机 / 海外众测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真金支付 / 弱网 / 合规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CrashSight 海外合规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小程序安全 / 防篡改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为什么是现在？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中日数字经济双向流动加速，跨国质量痛点集中爆发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•  中资互联网/游戏/金融/电商加速对日出海，遇到「数据跨境、本地支付、设备适配、风控封号」四大刚需。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•  日资企业入华，对中国独有的小程序生态、移动支付与隐私合规几乎为零经验。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•  临港新片区在「数据跨境 + 跨境金融」上的政策窗口期已开启。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•  WeTest 是腾讯官方一站式质量平台，可在跨国「合规 + 测试 + 安全」三个维度提供端到端能力。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•  → 现在用 1 场闭门沙龙，把「政策」「学术权威」「技术落地」一次性交付给 25 位 C 级决策人，转化效率最高。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目标客户画像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四大行业 × C 级决策人 × 中日双向流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4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行业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典型痛点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WeTest 抓手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决策人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金融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数据跨境合规 / 风控 / 隐私 / 防篡改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CrashSight 合规 + 安全加固 + 小程序扫描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CTO / 合规 VP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游戏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海外弱网 / 设备碎片化 / 真金支付 / 防作弊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UDT 日本真机 + 海外众测 + 真金支付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CTO / 出海总经理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电商/零售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本地支付 / 防黑产 / 跨境物流 / 风控封号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海外多渠道支付验收 + 安全网关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CTO / 海外业务 VP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泛互联网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本地化 / 多语言 / 网络 / SDK 兼容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兼容/性能/众测 + 自动化巡检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CTO / 海外质量负责人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活动概览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20-30 人闭门 · 半日 · 临港科技城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5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46304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中日数字经济跨国发展与高质量交付闭门会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下午 13:30-16:30 + 16:30-18:00 自由对接 / 1V1 深聊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地点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临港科技城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形式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闭门圆桌 + 政策宣讲 + 产业探访 + 案例 + 现场对接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20-30 人，C 级 / 业务 VP 为主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语言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中文为主，日英资料同步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半日议程（含转化触点）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每个环节都对应一个明确的转化抓手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6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转化触点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13:00-13:30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签到 &amp; 茶歇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扫码进群 + 1V1 破冰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采集联系方式 + 行业标签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13:30-14:30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产业探访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临港展厅 + 政策初探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建立 “场” 的政策势能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14:30-15:10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宏观指引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姚志勇教授：中日数字贸易 + 临港壁垒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权威认知背书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15:10-15:50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技术落地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WeTest：中日跨国高质量交付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★ Demo + 案例 + 权益券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15:50-16:30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闭门圆桌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议题：双向拓展最大痛点是什么？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★ 1V1 资源对接 + 合作意向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16:30-18:00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晚间深聊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Networking + 高优 1V1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★ 线索→机会 升级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嘉宾阵容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学术 + 政策 + 技术 + 客户 四维背书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7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拟邀嘉宾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身份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分享要点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开场致辞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临港科技城高管 + 协会秘书长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主办 / 联合主办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政策护航 × 质量守护 主线宣讲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宏观指引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姚志勇教授（或同等权威）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学术专家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中日数字贸易趋势 + 临港自贸区跨国壁垒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技术落地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 业务线代表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技术专家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UDT / 海外众测 / 真金支付 / 合规扫描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圆桌主持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 行业总监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圆桌主持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四大行业代表表达痛点 + 当场承接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圆桌嘉宾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金融/游戏/电商/泛互联网 各 1 位 C 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客户代表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现身说法 + 痛点共鸣 + 行业引领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★ 转化漏斗设计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从 75 人邀请池到 3 单签约：目标 4% 转化率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8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10058400" cy="5943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L0 邀请池      |      75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130552"/>
            <a:ext cx="8778240" cy="5943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L1 到场（认知）      |      25 · 33%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798064"/>
            <a:ext cx="7498079" cy="59436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798064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L2 强意向      |      15 · 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465576"/>
            <a:ext cx="6217920" cy="59436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3465576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L3 商机 (T+7)      |      9 · 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133087"/>
            <a:ext cx="493776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7"/>
            <a:ext cx="4937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L4 POC (T+30)      |      5 · 55%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800600"/>
            <a:ext cx="365760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80060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L5 签单 (T+90)      |      3 ·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微软雅黑"/>
                <a:ea typeface="微软雅黑"/>
              </a:rPr>
              <a:t>目标：T+90 内首单 GMV ≥ 300 万元，ROI ≥ 5 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会前转化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建立期待 + 锁定需求（T-21 → T0）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T-21：三方对齐邀约名单（去重 + NDA），WeTest 销售贡献已沟通过的线索。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T-15：邀请函中嵌入「圆桌议题征集表」 —— 要求受邀人提交 1 个跨国痛点，提前锁定线索画像。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T-10：实体邀请函 + 伴手礼寄出（C 级），仪式感即话语权。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T-5：推送《WeTest 中日专项方案白皮书》预读版，建立技术认知。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T-3：WeTest 销售对 TOP 10 高优客户 1V1 电话预热 + 预约会后 30 分钟深聊。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T-2：交通接待方案 / 嘉宾介绍卡 / 当日动线图推送，到场率 +10%。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★ 会中转化抓手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高密度触点，每 30 分钟一个钩子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10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扫码进群 + 行业标签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签到二维码自动打标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企微 1V1 推送对应行业方案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实时观察互动热度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WeTest 体验角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UDT 日本真机现场遥控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海外众测看板演示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CrashSight 合规面板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限时权益券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30 天免费 POC 名额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5 万元测试代金券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仅限闭门客户专享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圆桌 1V1 承接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每位发言客户配 1 名 SA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现场记录需求 → 24h 内 PPT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圆桌即销售场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70332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794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闭门客户专属通道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0624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微信/钉钉直连中日团队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+ 临港政策落地顾问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建立长期触达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70332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03320"/>
            <a:ext cx="73152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79476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晚间深聊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0624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高优客户 1V1 30 分钟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技术咨询券 + 伴手礼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222"/>
                </a:solidFill>
                <a:latin typeface="微软雅黑"/>
                <a:ea typeface="微软雅黑"/>
              </a:rPr>
              <a:t>•  线索→机会 升级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★ 会后转化 · 48 小时黄金期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活动结束就是销售开始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11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动作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 级（高优）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B 级（中优）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 级（培育）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感谢信 + 资料包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电话 1V1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微信 1V1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邮件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T+3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CRM 录入 + 分级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需求澄清会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排期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T+15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方案 PPT 定向推送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推送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 / 二次深聊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 启动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二次深聊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月度内容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T+60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 中间汇报 / 商务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 启动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季度活动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首单签订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首单签订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 验收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12648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微软雅黑"/>
                <a:ea typeface="微软雅黑"/>
              </a:rPr>
              <a:t>★ 每条 A/B 级线索必须有明确 Owner + 周更新 + 月复盘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客户分级标准（ABC 三级）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用清晰的标准让销售团队不在线索上空转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12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级别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判定标准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目标动作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负责人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 · 高优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 级到场 + 圆桌发言 + 明确预算/项目 + 四大行业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T+7 需求澄清；T+30 POC；T+90 首单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行业总监 + 大客户经理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B · 中优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业务 VP 到场 + 有兴趣未明确预算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T+15 二深聊；T+45 定方案；T+90 POC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大客户经理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 · 培育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代表到场 / 决策权弱 / 暂无项目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月度内容运营；季度活动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市场 + 内容运营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中日专项产品包（销售即买即用）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把 62 页方案 → 浓缩为 3 个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13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产品包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包含模块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目标客户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起价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POC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日本出海加速包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UDT 日本真机 + 海外众测（弱网/真金支付）+ CrashSight 合规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出海日本：金融/游戏/电商/泛互联网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¥98K/月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 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② 日资入华质量包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小程序兼容 + 微信隐私合规 + 安全加固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入华日资：金融/零售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¥128K/月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 周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③ 跨境合规安全包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数据跨境合规 + 安全网关 + 渗透测试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金融/电商/政务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¥168K/项目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 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85216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卖点：即开即用 · 免封号 · 双向闭环 · 合规托底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四大行业精准切入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每个行业有一个首选方案 + 一个标杆案例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14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行业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主诉求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首选方案包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标杆案例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首单切入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金融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数据跨境 + 风控 + 隐私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③ 跨境合规安全包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银联云小程序安全扫描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小程序合规 + 数据跨境审计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游戏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日本首发 + 网络/设备 + 真金支付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日本出海加速包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跨境电商 UDT + 海外众测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海外众测 + UDT 日本真机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电商/零售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本地支付 + 防黑产 + 多端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+ 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跨境电商 UDT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海外支付验收 + 安全网关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泛互联网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本地化 + 性能 + SDK 兼容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日本出海加速包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PerfDog + 海外众测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PerfDog + 兼容/众测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邀约策略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75 邀请池 → 25 到场 · 4 渠道精准配比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15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渠道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邀请数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到场转化率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到场人数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上海科技企业协会会员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临港科技城企业池 / 招商线索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35%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 中日有出海/入华诉求线索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合作伙伴/媒体推荐（含 JETRO 等）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91"/>
                </a:solidFill>
                <a:latin typeface="微软雅黑"/>
                <a:ea typeface="微软雅黑"/>
              </a:rPr>
              <a:t>C 级 / 业务 VP 占比 ≥ 70%（强决策权是高转化前提）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三方分工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协会 + 临港 + WeTest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16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4754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微软雅黑"/>
                <a:ea typeface="微软雅黑"/>
              </a:rPr>
              <a:t>上海科技企业协会（总策划）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总策划 / 邀请名单把关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现场主持 / 媒体宣发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复盘报告 / 季度迭代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会员价值放大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4754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75488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4A04C"/>
                </a:solidFill>
                <a:latin typeface="微软雅黑"/>
                <a:ea typeface="微软雅黑"/>
              </a:rPr>
              <a:t>临港科技城（政策与场域）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2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场地 / 展厅参观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政策宣讲嘉宾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招商顾问 1V1 对接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落地政策包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4754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  <a:ea typeface="微软雅黑"/>
              </a:rPr>
              <a:t>WeTest（技术与转化）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技术分享 + Demo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案例与体验角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销售跟进与 POC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</a:rPr>
              <a:t>•  签单交付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时间倒排（T-30 → T+90）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关键里程碑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17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关键动作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立项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三方 Kick-off 主题/嘉宾/预算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T-21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锁名单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去重 + NDA 锁定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首轮邀约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电话 + 邀请函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三方销售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T-10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二轮邀约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实体邀请函 + 二次确认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议程定稿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嘉宾 PPT + 圆桌议题征集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WeTest+临港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T-5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白皮书推送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技术预读 + 1V1 预热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现场彩排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动线/设备/主持/应急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活动执行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现场转化抓手全部触发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三方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感谢信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群发 + 1V1 触达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T+7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需求澄清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 级完成需求澄清会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 级启动 POC / B 级二深聊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T+90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首单签订 / 季度复盘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三方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预算明细（参考）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总预算约 ¥154,500（含 10% 机动）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18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科目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数量/标准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预算 (¥)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场地展厅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临港会议室+展厅+茶歇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由临港承担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邀请函/物料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实体邀请函 + 资料袋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60 份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18,000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嘉宾费用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学术嘉宾出席 + 交通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伴手礼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 级礼盒（含权益券）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 × 600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18,000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茶歇/餐饮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下午茶 + 晚间轻餐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 × 250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7,500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影像/直播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摄影摄像 + 精剪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主持/会务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外部主持 + 礼仪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Demo 设备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日本真机 + 大屏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交通接待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 级 1V1 接送补贴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10 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会后传播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媒体通稿 + 自媒体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轮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机动 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应急/升级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14,000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154,500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KPI · 量化目标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活动 + 转化 + ROI 三层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19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目标值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邀请池规模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75 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邀约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 级 / VP 占比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70%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到场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实际到场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25 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到场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到场率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33%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圆桌发言客户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1V1 深聊预约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12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T+7 需求澄清会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T+30 POC 立项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5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T+90 首单数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收入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 GMV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¥3,000,000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ROI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首单 GMV / 预算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5 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品牌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媒体露出次数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≥ 10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风险预案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6 类风险 × 预案兜底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20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概率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影响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预案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到场率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目标客户临时缺席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T-2/T-1 二轮确认 + 备选 5 人 + 协会内部直播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嘉宾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学术嘉宾日程冲突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锁定 1 位 backup + 预演 PPT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设备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日本真机网络不稳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录屏备份 + 双链路网络冗余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 销售跟进不及时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 强制 1V1 SOP + 周例会督办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合规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闭门内容外泄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现场 NDA + 无直播 + 协会统一精剪发布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不可抗力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线下临改线上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腾讯会议直播 + 物料邮寄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复盘机制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T+3 / T+15 / T+30 / T+90 四阶段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•  T+3 三方内部快速复盘（90 分钟）：到场质量 + 现场执行 + 销售触达完成度。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•  T+15 客户视角复盘：抽样回访 5 位 A 级，收集体验改进点。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•  T+30 转化中期复盘：POC 进度 + 销售漏斗健康度 + 流失原因分析。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•  T+90 转化收单复盘：ROI 计算 + 案例沉淀 + 下一场迭代计划。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</a:rPr>
              <a:t>•  建立季度沙龙机制：以本场为模板，每季度迭代行业 / 主题。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「来临港，看政策；用 WeTest，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D4A04C"/>
                </a:solidFill>
                <a:latin typeface="微软雅黑"/>
                <a:ea typeface="微软雅黑"/>
              </a:rPr>
              <a:t>跑通日本 / 中国市场最后一公里。」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—— 中日数字经济跨国发展与高质量交付闭门会 · 一句话主张 ——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我们需要您的拍板，将策划推进到落地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23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1. 确认主题、议程、规模、日期（建议预留 4-6 周筹备期）。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2. 三方 Kick-off：协会、临港、WeTest 对齐资源、嘉宾、预算。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3. 启动邀约：T-21 锁定 75 人邀请池，T-15 首轮触达。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4. 同步业务包装：将 3 个中日专项产品包 SKU 化，准备销售话术与白皮书。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5. 建立 CRM 转化看板，所有动作回流统一仪表盘。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</a:rPr>
              <a:t>•  6. 执行后按 7-30-90 节奏推进转化，确保首单在 T+90 内落地。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4572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B3D91"/>
                </a:solidFill>
                <a:latin typeface="微软雅黑"/>
                <a:ea typeface="微软雅黑"/>
              </a:rPr>
              <a:t>项目团队建议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明确 Owner，避免责任稀释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24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归属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核心职责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投入</a:t>
                      </a:r>
                    </a:p>
                  </a:txBody>
                  <a:tcPr marL="73152" marR="73152" marT="45720" marB="45720">
                    <a:solidFill>
                      <a:srgbClr val="0B3D91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项目总负责人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整体方案 + 三方协调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邀约负责人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邀请名单 + 到场率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政策嘉宾对接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临港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学术嘉宾 + 政策讲师 + 场地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兼职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技术嘉宾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PPT + Demo + 体验角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销售跟进负责人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T+1 → T+90 转化执行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市场 / 传播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协会 + WeTest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通稿 + 短视频 + 客户证言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兼职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IT / 设备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签到系统 + 真机 + 网络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兼职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CRM / 数据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WeTest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线索分级 + 漏斗看板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全职</a:t>
                      </a:r>
                    </a:p>
                  </a:txBody>
                  <a:tcPr marL="73152" marR="73152" marT="36576" marB="36576"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36576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微软雅黑"/>
                <a:ea typeface="微软雅黑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临港 × WeTest  中日数字经济跨国发展与高质量交付闭门会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D4A04C"/>
                </a:solidFill>
                <a:latin typeface="微软雅黑"/>
                <a:ea typeface="微软雅黑"/>
              </a:rPr>
              <a:t>—— 政策护航 × 质量守护 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活动策划组 · V1.0 · 期待与您共建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