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NO.1  企业出海首站 · “进境关外”政策闭门会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8 月上旬（约 8/6）  |  小而美闭门 · 30 人  |  国际贸易  |  报价 3.6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场地：东方枢纽园区（浦开大厦 9 楼）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企业出海首站 · “进境关外”政策闭门会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8 月上旬（约 8/6）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8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国际贸易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小而美闭门 · 30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东方枢纽园区（浦开大厦 9 楼）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A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3.6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DFSN-2026-01  |  企业出海首站 · “进境关外”政策闭门会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解读东方枢纽“进境关外”免税与 180 天停留政策，明确入驻/落地路径；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复旦专家解读出海政策趋势；客群以拟出海企业决策层为主；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首场跑通邀约—注册—跟进流程，为后续单场立项提供范本。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浦东新区投资促进中心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市商委外办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复旦相关专家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拟出海/已出海企业决策层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建立首批意向企业清单，导入招商 CRM；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现场收集 A 片区办公租赁/入驻意向。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建议作为首场立项：政策清晰、邀约路径成熟、最快可组织。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DFSN-2026-01  |  企业出海首站 · “进境关外”政策闭门会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档位：A · 小而美闭门（≤30人·区内）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3.6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DFSN-2026-01  |  企业出海首站 · “进境关外”政策闭门会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8 月上旬（约 8/6）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866F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DFSN-2026-01  |  企业出海首站 · “进境关外”政策闭门会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