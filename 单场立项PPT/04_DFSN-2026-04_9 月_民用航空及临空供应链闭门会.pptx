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NO.4  民用航空及临空供应链闭门会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9 月下旬（约 9/24）  |  小而美闭门 · 30 人  |  民用航空（含供应链）  |  报价 3.6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场地：东方枢纽园区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民用航空及临空供应链闭门会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9 月下旬（约 9/24）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9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民用航空（含供应链）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小而美闭门 · 30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东方枢纽园区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3.6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DFSN-2026-04  |  民用航空及临空供应链闭门会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围绕东方枢纽六大板块之“民用航空”，依托浦东机场/枢纽区位；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对接航空运营、维修、航材、临空物流与供应链企业；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探讨保税协同、关外仓储与 A 片区办公落地组合方案。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航空及供应链企业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航空维修/航材企业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临空物流服务商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片区管委会代表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民用航空为枢纽独有优势板块，与 A 片区产品高度匹配；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供应链企业黏性强，适合独栋/上盖办公产品。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对应六大板块之“民用航空（含供应链）”，小而美闭门独立立项。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DFSN-2026-04  |  民用航空及临空供应链闭门会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档位：A · 小而美闭门（≤30人·区内）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DFSN-2026-04  |  民用航空及临空供应链闭门会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9 月下旬（约 9/24）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DFSN-2026-04  |  民用航空及临空供应链闭门会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