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NO.8  长三角属地（市级）商会对接会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11 月下旬（约 11/26）  |  市区专场 · 80 人  |  国际贸易 / 高端服务业  |  报价 8.8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场地：浦东新区投资促进中心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长三角属地（市级）商会对接会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11 月下旬（约 11/26）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11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国际贸易 / 高端服务业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市区专场 · 80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浦东新区投资促进中心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B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8.8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DFSN-2026-08  |  长三角属地（市级）商会对接会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聚焦市级/属地商会（青岛、宁波等港口城市），落地导向；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以进出口贸易繁荣的属地商会为主，不做省级虚化邀约；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商会资源成熟即可灵活调整档期。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青岛/宁波等市级商会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属地进出口龙头企业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东方枢纽招商团队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批量导入属地贸易企业，形成集群式入驻线索；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商会渠道可复用于飞地与后续单场。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对应六大板块之“国际贸易/高端服务业”，市区专场独立立项。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DFSN-2026-08  |  长三角属地（市级）商会对接会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档位：B · 市区专场（≤80人）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DFSN-2026-08  |  长三角属地（市级）商会对接会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11 月下旬（约 11/26）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DFSN-2026-08  |  长三角属地（市级）商会对接会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