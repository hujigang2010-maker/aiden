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NO.10  A 片区全产业链招商闭门对接（年度收官）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12 月中旬（约 12/17）  |  小而美闭门 · 30 人  |  六大产业（精选意向）  |  报价 3.6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场地：东方枢纽园区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A 片区全产业链招商闭门对接（年度收官）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12 月中旬（约 12/17）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12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六大产业（精选意向）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小而美闭门 · 30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东方枢纽园区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A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3.6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DFSN-2026-10  |  A 片区全产业链招商闭门对接（年度收官）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面向全年沉淀的、对 A 片区办公明确感兴趣的企业做二次跟进；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小范围闭门对接 + 意向企业现场看盘选址（结合四大产品线）；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片区管委会领导出席点睛，形成年度闭环收官。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片区管委会/投资促进部门代表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复旦及联合会代表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全年意向企业（精选 30 家内）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全年线索集中对接 A 片区办公产品选址；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沉淀年度招商小结，支撑来年单场合作。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年度收官场，建议单独立项；可含现场看盘环节。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DFSN-2026-10  |  A 片区全产业链招商闭门对接（年度收官）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档位：A · 小而美闭门（≤30人·区内）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DFSN-2026-10  |  A 片区全产业链招商闭门对接（年度收官）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12 月中旬（约 12/17）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DFSN-2026-10  |  A 片区全产业链招商闭门对接（年度收官）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