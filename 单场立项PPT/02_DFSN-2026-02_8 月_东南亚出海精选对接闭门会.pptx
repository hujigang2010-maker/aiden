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508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0AEE0"/>
                </a:solidFill>
                <a:latin typeface="Microsoft YaHei"/>
                <a:ea typeface="Microsoft YaHei"/>
              </a:rPr>
              <a:t>单场活动立项方案  ·  DFSN-2026-02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0120"/>
            <a:ext cx="10972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NO.2  东南亚出海精选对接闭门会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06040"/>
            <a:ext cx="1645920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834640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复旦大学  ·  上海市科技企业联合会  ·  东方枢纽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83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0AEE0"/>
                </a:solidFill>
                <a:latin typeface="Microsoft YaHei"/>
                <a:ea typeface="Microsoft YaHei"/>
              </a:rPr>
              <a:t>8 月 18 日前后  |  小而美闭门 · 30 人  |  国际贸易  |  报价 3.6 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233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0AEE0"/>
                </a:solidFill>
                <a:latin typeface="Microsoft YaHei"/>
                <a:ea typeface="Microsoft YaHei"/>
              </a:rPr>
              <a:t>场地：东方枢纽园区（浦开大厦 9 楼）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9436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0AEE0"/>
                </a:solidFill>
                <a:latin typeface="Microsoft YaHei"/>
                <a:ea typeface="Microsoft YaHei"/>
              </a:rPr>
              <a:t>东方枢纽 A 片区整体办公招商  |  单场独立走 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基本信息与 OA 要件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5486400" cy="50292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54864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活动基本信息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立项编号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96596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DFSN-2026-02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7744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774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活动主题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37744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东南亚出海精选对接闭门会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78892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拟定时间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78892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8 月 18 日前后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0040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0040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所属月份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20040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8 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1188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1188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产业板块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61188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国际贸易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2336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02336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形式规模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02336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小而美闭门 · 30 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3484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4348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场地建议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43484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东方枢纽园区（浦开大厦 9 楼）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84632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84632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报价档位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84632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A 档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25780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25780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单场报价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25780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3.6 万元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1325880"/>
            <a:ext cx="54406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1325880"/>
            <a:ext cx="5440680" cy="50292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1325880"/>
            <a:ext cx="5440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OA 提交要件（勾选）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205740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205740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205740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活动主题与时间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265176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265176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265176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参会规模与场地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324612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324612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324612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邀约名单（企业 / 嘉宾）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84048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384048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0840" y="384048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参会人员背景（决策层）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443484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92240" y="443484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20840" y="443484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单场预算明细（见第 4 页）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502920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92240" y="502920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20840" y="502920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指定策划供应商签约路径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DFSN-2026-02  |  东南亚出海精选对接闭门会  |  单场立项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内容策划 · 嘉宾资源 · 招商衔接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11201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11201400" cy="41148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109728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内容建议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107899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借 8/18 领事馆相关大会流量，精选高质量出海企业做小范围对接；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小而美闭门形式，配套东南亚特色茶歇，聚焦深度撮合；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邀请少数领事/外办代表点睛，重质量不求排面。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0040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00400"/>
            <a:ext cx="5486400" cy="41148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5120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拟邀嘉宾 / 资源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502920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东南亚重点国家领事（精选）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市商委外办代表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六大产业出海企业决策层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0040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200400"/>
            <a:ext cx="5486400" cy="41148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5120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招商衔接价值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94760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承接大会溢出流量，转化为 A 片区精准线索；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强化“进境关外”国际资源标签。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303520"/>
            <a:ext cx="50292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3E8E"/>
                </a:solidFill>
                <a:latin typeface="Microsoft YaHei"/>
                <a:ea typeface="Microsoft YaHei"/>
              </a:rPr>
              <a:t>立项说明：</a:t>
            </a:r>
            <a:r>
              <a:rPr sz="1100" b="0">
                <a:solidFill>
                  <a:srgbClr val="605A6B"/>
                </a:solidFill>
                <a:latin typeface="Microsoft YaHei"/>
                <a:ea typeface="Microsoft YaHei"/>
              </a:rPr>
              <a:t>与既定 8/18 节点就近排期，可独立立项、单独结算。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DFSN-2026-02  |  东南亚出海精选对接闭门会  |  单场立项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单场预算明细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3444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05A6B"/>
                </a:solidFill>
                <a:latin typeface="Microsoft YaHei"/>
                <a:ea typeface="Microsoft YaHei"/>
              </a:rPr>
              <a:t>档位：A · 小而美闭门（≤30人·区内）    |    单位：万元    |    最终以指定策划供应商合同为准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691640"/>
            <a:ext cx="3017520" cy="4572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费用构成项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6916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金额（万元）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1488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1488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1488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内容策划与主持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1488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6060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6060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6060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精准邀约与接待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6060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0632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0632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30632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场地搭建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0632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35204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5204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物料设计制作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5204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9776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39776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39776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餐饮茶歇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9776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44348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44348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44348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社群/媒体传播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4348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48920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48920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4480" y="48920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会后评估与数据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8920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5349240"/>
            <a:ext cx="6400800" cy="50292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0" y="5349240"/>
            <a:ext cx="301752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5349240"/>
            <a:ext cx="64008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单场合计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349240"/>
            <a:ext cx="30175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3.6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DFSN-2026-02  |  东南亚出海精选对接闭门会  |  单场立项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执行安排与下一步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0020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① 确认档期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敲定 8 月 18 日前后 具体日期与场地档期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0020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② 提交 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011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提交邀约名单、参会人数、人员背景、本场预算明细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889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78892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③ 供应商签约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2900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经东方枢纽指定策划供应商签约支付，落实搭建通行证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7889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78892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01752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④ 精准邀约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按决策层标准完成企业/嘉宾邀约与确认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06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20624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3484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⑤ 现场执行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463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会务执行、签到注册、数据全量录入后台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206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20624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43484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⑥ 会后跟进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8463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导入 CRM，完成意向跟进与会后评估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DFSN-2026-02  |  东南亚出海精选对接闭门会  |  单场立项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