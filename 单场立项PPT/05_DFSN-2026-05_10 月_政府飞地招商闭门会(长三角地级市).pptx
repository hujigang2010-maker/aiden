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AEE0"/>
                </a:solidFill>
                <a:latin typeface="Microsoft YaHei"/>
                <a:ea typeface="Microsoft YaHei"/>
              </a:rPr>
              <a:t>单场活动立项方案  ·  DFSN-2026-05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NO.5  政府飞地招商闭门会（长三角地级市）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1645920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复旦大学  ·  上海市科技企业联合会  ·  东方枢纽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</a:rPr>
              <a:t>10 月上旬（约 10/15）  |  小而美闭门 · 30 人  |  高端服务业  |  报价 3.6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233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AEE0"/>
                </a:solidFill>
                <a:latin typeface="Microsoft YaHei"/>
                <a:ea typeface="Microsoft YaHei"/>
              </a:rPr>
              <a:t>场地：东方枢纽园区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0AEE0"/>
                </a:solidFill>
                <a:latin typeface="Microsoft YaHei"/>
                <a:ea typeface="Microsoft YaHei"/>
              </a:rPr>
              <a:t>东方枢纽 A 片区整体办公招商  |  单场独立走 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基本信息与 OA 要件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活动基本信息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立项编号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659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DFSN-2026-05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活动主题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774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政府飞地招商闭门会（长三角地级市）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拟定时间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7889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10 月上旬（约 10/15）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0040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所属月份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004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10 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产业板块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1188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高端服务业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233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形式规模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0233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小而美闭门 · 30 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3484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场地建议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4348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东方枢纽园区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4632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463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报价档位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A 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25780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578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单场报价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2578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3.6 万元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325880"/>
            <a:ext cx="5440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OA 提交要件（勾选）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0574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20574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0574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活动主题与时间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65176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265176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265176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参会规模与场地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24612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24612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24612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邀约名单（企业 / 嘉宾）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84048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384048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384048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参会人员背景（决策层）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43484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443484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443484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单场预算明细（见第 4 页）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50292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0" y="50292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50292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指定策划供应商签约路径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DFSN-2026-05  |  政府飞地招商闭门会（长三角地级市）  |  单场立项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内容策划 · 嘉宾资源 · 招商衔接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1201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201400" cy="41148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109728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内容建议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107899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推动地级市政府在枢纽设“招商飞地/办事处”，走港口出海；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对接内陆无出海口城市（华东/华中/中原）差异化需求；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由市/区投资促进部门与片区管委会领导出席背书。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5486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拟邀嘉宾 / 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502920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浙江温岭/湖州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山东德州/临沂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广州（白云贸易街区）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片区管委会领导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00400"/>
            <a:ext cx="5486400" cy="41148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招商衔接价值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机构型稳定租户 + 持续带来腹地企业流量；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匹配 A 片区小面积单元/分层租赁产品。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303520"/>
            <a:ext cx="50292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立项说明：</a:t>
            </a: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对应六大板块之“高端服务业”，飞地招商单独立项。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DFSN-2026-05  |  政府飞地招商闭门会（长三角地级市）  |  单场立项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单场预算明细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档位：A · 小而美闭门（≤30人·区内）    |    单位：万元    |    最终以指定策划供应商合同为准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费用构成项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金额（万元）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148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内容策划与主持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606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精准邀约与接待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0632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场地搭建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物料设计制作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9776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39776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餐饮茶歇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4348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4434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社群/媒体传播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48920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4892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会后评估与数据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单场合计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3.6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DFSN-2026-05  |  政府飞地招商闭门会（长三角地级市）  |  单场立项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执行安排与下一步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① 确认档期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敲定 10 月上旬（约 10/15） 具体日期与场地档期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② 提交 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提交邀约名单、参会人数、人员背景、本场预算明细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8892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③ 供应商签约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经东方枢纽指定策划供应商签约支付，落实搭建通行证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④ 精准邀约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按决策层标准完成企业/嘉宾邀约与确认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20624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⑤ 现场执行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会务执行、签到注册、数据全量录入后台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⑥ 会后跟进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导入 CRM，完成意向跟进与会后评估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DFSN-2026-05  |  政府飞地招商闭门会（长三角地级市）  |  单场立项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