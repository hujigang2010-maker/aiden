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NO.3  绿色能源与新兴储能出海专场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9 月上旬（约 9/10）  |  市区专场 · 80 人  |  绿色能源  |  报价 8.8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场地：浦东新区投资促进中心（浦开大厦 9 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绿色能源与新兴储能出海专场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9 月上旬（约 9/10）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9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绿色能源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市区专场 · 80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浦东新区投资促进中心（浦开大厦 9 楼）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B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8.8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DFSN-2026-03  |  绿色能源与新兴储能出海专场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聚焦新能源汽车、充电桩、锂电与新兴储能出海东南亚；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对标已签约江苏协鑫，邀请特斯拉、比亚迪、特来电、宁德时代等；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延伸低空经济（锂电池关联）作为新兴科技话题。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江苏协鑫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特斯拉 / 比亚迪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特来电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宁德时代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储能相关企业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匹配枢纽绿色能源产业招商方向；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锁定东南亚交付型能源企业的关外仓储/办公需求。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对应六大板块之“绿色能源”，建议单独走市区专场立项。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DFSN-2026-03  |  绿色能源与新兴储能出海专场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档位：B · 市区专场（≤80人）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DFSN-2026-03  |  绿色能源与新兴储能出海专场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9 月上旬（约 9/10）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DFSN-2026-03  |  绿色能源与新兴储能出海专场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