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udan_hp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5852160" cy="1293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16B"/>
                </a:solidFill>
                <a:latin typeface="微软雅黑"/>
              </a:rPr>
              <a:t>中心研究文稿 · 第三号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E4E9B"/>
                </a:solidFill>
                <a:latin typeface="微软雅黑"/>
              </a:rPr>
              <a:t>跨境电商与中国企业出海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空间重构、规则跃迁与二〇三〇展望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16B"/>
                </a:solidFill>
                <a:latin typeface="微软雅黑"/>
              </a:rPr>
              <a:t>从货物通达到系统扎根  ·  结合 2026 年最新形势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16B"/>
                </a:solidFill>
                <a:latin typeface="微软雅黑"/>
              </a:rPr>
              <a:t>FDU-HPRC-WP-2026-03    二〇二六年八月 · 上海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2026 年的一句话判断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21945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4E9B"/>
                </a:solidFill>
                <a:latin typeface="微软雅黑"/>
              </a:rPr>
              <a:t>免税的船票已经作废。下一班船的名字叫规则、品牌、产能和空间。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美国已于 2025 年 8 月 29 日暂停各国 800 美元低值免税，2026 年 2 月延续。
欧盟自 2026 年 7 月 1 日起取消 150 欧元关税豁免，2028 年转入全额征税。
国内政策主线转为：跨境电商加海外仓“扩容升级、规范有序发展”。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五个核心判断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2471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1.  2026 年不是周期底部，而是范式切换：低值直邮的制度基础已经拆除。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928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2.  国内政策是扩容升级 + 规范有序，而不是继续放大流量红利。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169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7296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3.  企业出海从卖货过海进入系统扎根：产能、品牌、体系同时发生。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410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97096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4.  空间是被低估的战略变量：海外仓是货的住房，园区是产的住房，公寓是人的住房。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6519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21224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5.  2030 年的胜负手是一套可复制的全球经营系统，而不是再多一个站点。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规模仍在增长，结构已经改写</a:t>
            </a:r>
          </a:p>
        </p:txBody>
      </p:sp>
      <p:pic>
        <p:nvPicPr>
          <p:cNvPr id="4" name="Picture 3" descr="chart01_cbec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6675120" cy="45132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09728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海关总署：
2025 年进出口 2.75 万亿元
较 2020 年 +69.7%
2026 年一季度 6184.6 亿元
出口 4735.5 亿元
进口 1449.1 亿元
件数增长将受免税取消抑制，
增量转向品牌、仓网与新兴市场。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全球规则时间轴：2025—2030</a:t>
            </a:r>
          </a:p>
        </p:txBody>
      </p:sp>
      <p:pic>
        <p:nvPicPr>
          <p:cNvPr id="4" name="Picture 3" descr="chart03_rul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52783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企业出海：贸易、品牌、产能、体系四层叠加</a:t>
            </a:r>
          </a:p>
        </p:txBody>
      </p:sp>
      <p:pic>
        <p:nvPicPr>
          <p:cNvPr id="4" name="Picture 3" descr="chart02_outbound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338560" cy="5509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市场分层：欧美利润、南向增长、国内总部</a:t>
            </a:r>
          </a:p>
        </p:txBody>
      </p:sp>
      <p:pic>
        <p:nvPicPr>
          <p:cNvPr id="4" name="Picture 3" descr="chart05_market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"/>
            <a:ext cx="11155680" cy="69368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住房政策视角：货、产、人、城</a:t>
            </a:r>
          </a:p>
        </p:txBody>
      </p:sp>
      <p:pic>
        <p:nvPicPr>
          <p:cNvPr id="4" name="Picture 3" descr="chart07_space_f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6766560" cy="65881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18872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微软雅黑"/>
              </a:rPr>
              <a:t>货之居所：海外仓从放货的房子，
变成商品全生命周期住房。
产之居所：海外园区是微型城市开发，
厂房、仓储、宿舍必须一起设计。
人之居所：外派公寓、属地职住、
国内跨境团队的人才住房。
城之居所：综试区空间底线，
把决策、品牌、数据留在国内。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海外仓：从数量扩张转向网络与功能升级</a:t>
            </a:r>
          </a:p>
        </p:txBody>
      </p:sp>
      <p:pic>
        <p:nvPicPr>
          <p:cNvPr id="4" name="Picture 3" descr="chart04_overseas_war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6858000" cy="44824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69480" y="1051560"/>
            <a:ext cx="4480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微软雅黑"/>
              </a:rPr>
              <a:t>政府工作报告把
“跨境电商加海外仓”
写成一个模式。
行业样本仓已超 6200 个；
另一口径：专注跨境电商仓
超 1800 个、面积超 2200 万㎡。
2030 年比的不是仓最多，
而是多区域仓网 + 退货翻新
+ 绿色循环 + 智能分拨。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四维合规：2030 年的市场门票</a:t>
            </a:r>
          </a:p>
        </p:txBody>
      </p:sp>
      <p:pic>
        <p:nvPicPr>
          <p:cNvPr id="4" name="Picture 3" descr="chart06_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68838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展望 2030：三条情景</a:t>
            </a:r>
          </a:p>
        </p:txBody>
      </p:sp>
      <p:pic>
        <p:nvPicPr>
          <p:cNvPr id="4" name="Picture 3" descr="chart08_2030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"/>
            <a:ext cx="6949440" cy="42988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005840"/>
            <a:ext cx="4480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基准 A：4.2—4.8 万亿元
转型完成，中速增长
乐观 B：约 5.5 万亿元
规则对接 + 南向超预期
承压 C：3.3—3.6 万亿元
壁垒叠加，头部集中
建议：按 A 配能力，
按 C 做底线，按 B 做期权。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七条高确定性趋势（无论哪种情景）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86868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1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1.  合规是门票，不是选修课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86868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1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2.  品牌替代铺货，成为分配机制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3.  “中国 + N”常态化，但 N 必须可辩护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4.  海外仓进入存量优化与功能升级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3756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5.  人工智能从工具变成经营系统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337560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6.  绿色与数据成为新的关税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7200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646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4E9B"/>
                </a:solidFill>
                <a:latin typeface="微软雅黑"/>
              </a:rPr>
              <a:t>7.  空间能力决定全球化能否闭环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政策建议：企业、城市、国家三端发力</a:t>
            </a:r>
          </a:p>
        </p:txBody>
      </p:sp>
      <p:pic>
        <p:nvPicPr>
          <p:cNvPr id="4" name="Picture 3" descr="chart09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58325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udan_hp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5669280" cy="12532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把货物、工厂、人才和城市的“居所”配置好，
才能把走出去做成扎下去。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16B"/>
                </a:solidFill>
                <a:latin typeface="微软雅黑"/>
              </a:rPr>
              <a:t>全文见《跨境电商与中国企业出海：空间重构、规则跃迁与二〇三〇展望》
复旦大学住房政策研究中心  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16B"/>
                </a:solidFill>
                <a:latin typeface="微软雅黑"/>
              </a:rPr>
              <a:t>二〇二六年八月 · 上海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