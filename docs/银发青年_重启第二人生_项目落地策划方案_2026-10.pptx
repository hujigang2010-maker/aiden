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合作落地稿   ·   2026年10月19日   ·   依据10月13日洽谈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银发青年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CF8"/>
                </a:solidFill>
                <a:latin typeface="WenQuanYi Micro Hei"/>
                <a:ea typeface="WenQuanYi Micro Hei"/>
                <a:cs typeface="WenQuanYi Micro Hei"/>
              </a:rPr>
              <a:t>重启第二人生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3EEE4"/>
                </a:solidFill>
                <a:latin typeface="WenQuanYi Micro Hei"/>
                <a:ea typeface="WenQuanYi Micro Hei"/>
                <a:cs typeface="WenQuanYi Micro Hei"/>
              </a:rPr>
              <a:t>项目落地策划方案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94760"/>
            <a:ext cx="1920240" cy="41148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102412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D9D0C4"/>
                </a:solidFill>
                <a:latin typeface="WenQuanYi Micro Hei"/>
                <a:ea typeface="WenQuanYi Micro Hei"/>
                <a:cs typeface="WenQuanYi Micro Hei"/>
              </a:rPr>
              <a:t>先做出两场付费会客厅和第一批陪诊、陪聊订单。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9D0C4"/>
                </a:solidFill>
                <a:latin typeface="WenQuanYi Micro Hei"/>
                <a:ea typeface="WenQuanYi Micro Hei"/>
                <a:cs typeface="WenQuanYi Micro Hei"/>
              </a:rPr>
              <a:t>公司、股权和小程序，等真实付款出现后再谈。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CF8"/>
                </a:solidFill>
                <a:latin typeface="WenQuanYi Micro Hei"/>
                <a:ea typeface="WenQuanYi Micro Hei"/>
                <a:cs typeface="WenQuanYi Micro Hei"/>
              </a:rPr>
              <a:t>呈    陈红苗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8978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3EEE4"/>
                </a:solidFill>
                <a:latin typeface="WenQuanYi Micro Hei"/>
                <a:ea typeface="WenQuanYi Micro Hei"/>
                <a:cs typeface="WenQuanYi Micro Hei"/>
              </a:rPr>
              <a:t>胡总团队整理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01    这次一起做成的事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钱要落到产品上，陪伴要让人愿意再约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3611880" cy="23317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64008" cy="233172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002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钱从哪里来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每一笔都要写清谁付钱、买到什么、什么时候到账。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611880" cy="23317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233172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002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真陪伴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14600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客人能指出这次独有的一件事。说不出，这单不算做成。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3611880" cy="23317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64008" cy="2331720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6002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25岁与65岁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514600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青年按单获得收入，长者获得在场的人，并可以留下一段经验。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11201400" cy="23317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总原则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一个品牌，两条分开算账的业务。前台是文化会客厅，另一条是范围写死的陪诊与陪聊。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1.8万私域用来组织年轻人供给和活动执行，不写成现成的银发客户，也不自动并入新公司。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陈红苗主责客人、品位和场地。胡总主责供给、机构、交付和台账。每周对一次账。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2  /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02    品牌结构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一个品牌，两条业务，分开算账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577840" cy="3977639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3977639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A线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第二人生会客厅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68880"/>
            <a:ext cx="5029200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高端文化生活与同龄社交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客人：50–75岁，有支付能力，看重话题和人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场景：茶室微缩、思想会客厅、主理人轮值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收入：门票，之后才是系列与会员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第一优先：陈红苗的圈子是否愿意付钱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71600"/>
            <a:ext cx="5577840" cy="3977639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64008" cy="3977639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B线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874519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品质陪伴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468880"/>
            <a:ext cx="5029200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非医疗陪诊、公共场所陪聊、数字技能辅导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付款人：长者本人，或成年子女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陪诊由审核过的服务商承接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陪聊由培训过的年轻人承接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并行试单：先有安全的订单，再谈规模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3212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两条线共用品牌和回访，不共用一张海报。会客厅不宣传陪诊钟点价；陪诊单上不借用高校、联合会或海上讲堂的名义。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3  / 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03    钱从哪里来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三条变现路径，按这个顺序收第一笔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3611880" cy="41605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416052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会客厅票款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现在就卖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谁付钱  </a:t>
            </a: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长者本人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第一笔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茶室 8–12 人 × 299 元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启动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付款满 8 人就办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611880" cy="41605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64008" cy="416052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3619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陪诊与陪聊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审核通过就卖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17520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谁付钱  </a:t>
            </a: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本人或子女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第一笔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陪诊 399 元 / 4 小时；谈话陪同测 800 元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启动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11 月开始试单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371600"/>
            <a:ext cx="3611880" cy="41605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371600"/>
            <a:ext cx="64008" cy="4160520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3619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7451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冬季微度假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603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有名单再卖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谁付钱  </a:t>
            </a: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参团客人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第一笔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意向金 1,000 元，可退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启动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12 月满 8 人再交给旅行社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4  / 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04    第一步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四步准备，按闸门依次打开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53312"/>
            <a:ext cx="73152" cy="10515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10月20日–26日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53312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把口头约定写成一页备忘录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19072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陈红苗给出茶室两个日期和 10 位愿意见面的人。胡总指定调度、发出供给报名、搭好台账。收款主体没定，谁也不收款。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87752"/>
            <a:ext cx="73152" cy="10515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11月第一周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87752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茶室微缩测试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53512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陈红苗当一次客人，完成 40 分钟模拟陪聊。通过后，8–12 人微缩场按 299 元预售。满 8 人付款才办。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22191"/>
            <a:ext cx="73152" cy="10515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22191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11月同步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22191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陪诊、陪聊试单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87951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陪诊只派给审核过的服务商。陪聊只派给培训过的 8 人名单。每周付费单不超过 4 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56632"/>
            <a:ext cx="73152" cy="1051560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56632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12月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56632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第二场售票，短途只登记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22392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约 20 人的会客厅按 399 元测算。短途满 8 位可退意向金，才进入旅行社合同。不满就停在方案。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5  / 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05    茶室微缩测试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第一场就在茶室，用付款检验圈子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6903720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1024128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9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8–12 人。陈红苗亲自邀请，胡总不把名单拿去群发。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6903720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64008" cy="1024128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价格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体验价 299 元/人。这是测算价，访谈后可以改，已收款不补差。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57600"/>
            <a:ext cx="6903720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64008" cy="1024128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9651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120 分钟：茶叙、一个问题、两人深谈、收集下一笔预付。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6903720" cy="102412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800600"/>
            <a:ext cx="64008" cy="1024128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模拟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951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开工前 40 分钟。陈红苗当客人。若觉得被对付，就换人重来一次。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371600"/>
            <a:ext cx="4114800" cy="457200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1371600"/>
            <a:ext cx="64008" cy="457200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727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通过标准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011680"/>
            <a:ext cx="3657600" cy="3566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7 天内有 4 位客人预付下一场，或预付一单陪同。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现场气氛好、没有预付，这场记为未通过。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两次模拟都未通过，微缩场延期，不改为免费场。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名牌只写名字。没有赞助，不介绍保险和课程。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6  / 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06    第一批订单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陪诊走服务商，陪聊走培训名单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53312"/>
            <a:ext cx="5623560" cy="32461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4008" cy="324612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办事陪诊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4 小时流程陪同，测算价 399 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挂号费、车费、药费客人自付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只做排队、路线、医嘱原文、取药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合格服务商签约后才能派单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胡总主责尽调、派单和回访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53312"/>
            <a:ext cx="5623560" cy="324612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353312"/>
            <a:ext cx="64008" cy="324612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谈话与学习陪同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11680"/>
            <a:ext cx="5120640" cy="2331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公共场所，一次只做一件事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高端档先按 2 小时 800 元访谈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同时询问 480 元和 1,200 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陪伴者来自录取的 8 人，周结约 70%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陈红苗可介绍客人，不负责排班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1201400" cy="1554480"/>
          </a:xfrm>
          <a:prstGeom prst="rect">
            <a:avLst/>
          </a:prstGeom>
          <a:solidFill>
            <a:srgbClr val="1C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19472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每一单出门前都要有的四样东西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CF8"/>
                </a:solidFill>
                <a:latin typeface="WenQuanYi Micro Hei"/>
                <a:ea typeface="WenQuanYi Micro Hei"/>
                <a:cs typeface="WenQuanYi Micro Hei"/>
              </a:rPr>
              <a:t>书面四问   ·   预付款到共同可见账户   ·   当日意外险保单号   ·   两小时内一页纪要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CF8"/>
                </a:solidFill>
                <a:latin typeface="WenQuanYi Micro Hei"/>
                <a:ea typeface="WenQuanYi Micro Hei"/>
                <a:cs typeface="WenQuanYi Micro Hei"/>
              </a:rPr>
              <a:t>给药、助浴、翻身、陪夜、解释病情、推销保险，出现任何一项即停单。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7  / 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07    冬季过渡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短途微度假等名单，不抢 11 月的第一笔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7635240" cy="93268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932688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目的地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36192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高铁大约两小时，优先苏州、嘉兴、杭州。两天内返回。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7635240" cy="93268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64008" cy="932688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成团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87752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8 位客人各自预付可退意向金 1,000 元。出发前七日可退。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74720"/>
            <a:ext cx="7635240" cy="93268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64008" cy="932688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84448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承办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639312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交通与住宿由持证旅行社签约收款。我们负责内容和陪伴。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26279"/>
            <a:ext cx="7635240" cy="932688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526279"/>
            <a:ext cx="64008" cy="932688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36007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行程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90871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每天留白。不进购物店，不办保险说明会，不办速配。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371600"/>
            <a:ext cx="3383280" cy="42062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371600"/>
            <a:ext cx="64008" cy="420624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572768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今冬先不走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6888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敦煌、云南、厦门、青岛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留到 2027 年春季单独立项。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西藏和高海拔不排。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领队没有书面档期之前，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对外不宣布人名。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8  / 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08    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陈红苗守客人和品位，胡总守供给和交付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2014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434840"/>
              </a:tblGrid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事项</a:t>
                      </a:r>
                    </a:p>
                  </a:txBody>
                  <a:tcPr anchor="ctr" marL="91440" marR="73152">
                    <a:solidFill>
                      <a:srgbClr val="1C24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陈红苗</a:t>
                      </a:r>
                    </a:p>
                  </a:txBody>
                  <a:tcPr anchor="ctr" marL="91440" marR="73152">
                    <a:solidFill>
                      <a:srgbClr val="1C24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胡总</a:t>
                      </a:r>
                    </a:p>
                  </a:txBody>
                  <a:tcPr anchor="ctr" marL="91440" marR="73152">
                    <a:solidFill>
                      <a:srgbClr val="1C242B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客人与访谈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主责。20 人候选，自己联络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提供问卷和记录表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茶室与场地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主责。档期、费用、品牌授权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准备流程和备选场地报价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内容品位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否决虚的场、推销和凑数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按确认后的流程执行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年轻供给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参与标准，可试一次模拟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主责招募、培训、8 人名单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机构与陪诊商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参与高端机构那一次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主责 8 家拜访和服务商尽调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活动执行回访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出席微缩场和首场复盘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主责现场、纪要、24 小时回访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账与合同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确认主体、审批支出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起草备忘录，每周出台账</a:t>
                      </a:r>
                    </a:p>
                  </a:txBody>
                  <a:tcPr anchor="ctr" marL="91440" marR="73152">
                    <a:solidFill>
                      <a:srgbClr val="FFFCF8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公司与股权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验证后共同谈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验证后共同谈</a:t>
                      </a:r>
                    </a:p>
                  </a:txBody>
                  <a:tcPr anchor="ctr" marL="91440" marR="73152">
                    <a:solidFill>
                      <a:srgbClr val="F7F1E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9  / 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09    三十天交付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10月26日以前，各自先交得出来的东西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623560" cy="48920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489204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陈红苗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74920" cy="3931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茶室两个可办日期，写清可坐人数和费用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20 位候选人的联络计划，电话留在自己这里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其中 10 位答应在 11 月 2 日前深访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海上讲堂商用条件：收费、档期、名称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回复文末确认事项，尤其是体验价和收款主体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94960" cy="48920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64008" cy="489204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胡总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指定 1 名调度，并定下自己每周那个半天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私域只发一次供给报名，限额 20，录取 8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8 家机构与服务商的拜访排期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六张表：访谈、机构、服务商、订单、收支、复购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·  两页备忘录草稿、保险样张购买路径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10  / 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10    25岁 × 65岁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双向发生在每一单的结尾，不发生在口号里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1201400" cy="12801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73152" cy="128016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会上十分钟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72768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叫做「交换一件小事」。青年请教一段经历，长者请教一个操作。可以拒绝，工钱照结。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11201400" cy="12801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73152" cy="128016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八对共创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90088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公共场所，90 分钟。交付故事卡，以及一条已解决的数字问题。由会客厅客人付费。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11201400" cy="12801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73152" cy="128016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上门另立产品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407408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一对一上门只走陪聊或陪诊规则：预付、保险、纪要、停单。不把共创活动直接变成进门服务。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11  / 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11    私域信任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1.8万人是供给壁垒，不是银发客户池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623560" cy="21488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214884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画像已经对过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群内以三十岁上下为主。前十个群更活跃，也已满员。陈红苗所在的群里，同龄人是少数。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623560" cy="21488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371600"/>
            <a:ext cx="64008" cy="2148840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信任怎么用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持续运营多年，所以招得到愿意按规则出门的年轻人，也比闲鱼更容易让熟人放心。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5623560" cy="21488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64008" cy="214884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一次怎么发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只在胡总亲自维护的高活跃群发一次。文案只写：上海、按单、先面试、做陪同和记录，不做护理。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703320"/>
            <a:ext cx="5623560" cy="214884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703320"/>
            <a:ext cx="64008" cy="2148840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31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产权怎么留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805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社群、白皮书、联合会和高校关联保持独立授权。未书面同意，不批量营销，不折成股权。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12  / 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12    单位经济  ·  全部是测算假设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先看清一笔账，再决定能不能加场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01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94560"/>
                <a:gridCol w="2286000"/>
                <a:gridCol w="2788920"/>
              </a:tblGrid>
              <a:tr h="5372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测算</a:t>
                      </a:r>
                    </a:p>
                  </a:txBody>
                  <a:tcPr anchor="ctr" marL="91440">
                    <a:solidFill>
                      <a:srgbClr val="1C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收入</a:t>
                      </a:r>
                    </a:p>
                  </a:txBody>
                  <a:tcPr anchor="ctr" marL="91440">
                    <a:solidFill>
                      <a:srgbClr val="1C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直接成本</a:t>
                      </a:r>
                    </a:p>
                  </a:txBody>
                  <a:tcPr anchor="ctr" marL="91440">
                    <a:solidFill>
                      <a:srgbClr val="1C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CF8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贡献结余</a:t>
                      </a:r>
                    </a:p>
                  </a:txBody>
                  <a:tcPr anchor="ctr" marL="91440">
                    <a:solidFill>
                      <a:srgbClr val="1C242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会客厅 20人 × 399元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7,980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5,900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2,080（约26%）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陪诊 20单 × 399元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7,980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6,700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1,280（约16%）</a:t>
                      </a:r>
                    </a:p>
                  </a:txBody>
                  <a:tcPr anchor="ctr" marL="91440">
                    <a:solidFill>
                      <a:srgbClr val="FFFC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60天：2场 + 20单</a:t>
                      </a:r>
                    </a:p>
                  </a:txBody>
                  <a:tcPr anchor="ctr" marL="91440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23,940</a:t>
                      </a:r>
                    </a:p>
                  </a:txBody>
                  <a:tcPr anchor="ctr" marL="91440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18,500</a:t>
                      </a:r>
                    </a:p>
                  </a:txBody>
                  <a:tcPr anchor="ctr" marL="91440"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C242B"/>
                          </a:solidFill>
                          <a:latin typeface="WenQuanYi Micro Hei"/>
                          <a:ea typeface="WenQuanYi Micro Hei"/>
                          <a:cs typeface="WenQuanYi Micro Hei"/>
                        </a:rPr>
                        <a:t>5,440</a:t>
                      </a:r>
                    </a:p>
                  </a:txBody>
                  <a:tcPr anchor="ctr" marL="91440">
                    <a:solidFill>
                      <a:srgbClr val="F7F1E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94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会客厅成本里有什么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36118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场地 1,200，主持 1,800。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茶歇 800，执行 1,000。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物料 500，沟通 600。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茶室零租金单独记账。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794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陪诊成本里有什么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160520"/>
            <a:ext cx="36118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服务商 280，保险准备金 15。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排单回访 30，杂费 10。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16% 是贡献率。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尚未扣除固定费用和税费。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3794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这张表证明什么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4160520"/>
            <a:ext cx="36118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两个月成交约 2.4 万元。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贡献结余约 5,440 元。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固定成本和税费还没扣。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用来验证，不用来宣布盈利。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13  / 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13    九十天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做到第 90 天，用这些数复盘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53312"/>
            <a:ext cx="2761488" cy="19659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64008" cy="19659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D1–D7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10/20–10/26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备忘录、调度、名单、账户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53312"/>
            <a:ext cx="2761488" cy="19659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53312"/>
            <a:ext cx="64008" cy="19659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D8–D30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10/27–11/18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3172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访谈、微缩场、服务商、首批单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353312"/>
            <a:ext cx="2761488" cy="19659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353312"/>
            <a:ext cx="64008" cy="19659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D31–D60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11/19–12/18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33172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第二场售票、累计 10–20 单陪诊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353312"/>
            <a:ext cx="2761488" cy="19659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353312"/>
            <a:ext cx="64008" cy="19659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1481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D61–D90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12/19–1/17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33172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复盘后决定公司、会员、短途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底线  ·  高端深访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566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14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底线  ·  收费会客厅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66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底线  ·  完成陪诊单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66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114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底线  ·  重大安全事件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0916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停止：连续两场没有真实支付；服务商过不了审核；优化后单笔仍是负贡献；出现处理不了的安全或隐私事件；双方写不下资金和客户归属。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10月31日的讲座、11月29日的漫展保持原计划，不改成这个项目的场，也不把报名数据转过来。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14  / 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14    底线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这六条不让步，项目才走得下去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3657600" cy="21945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" cy="21945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身体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前 90 天不做给药、助浴、翻身、陪夜。专业护理交给有资质的机构，不自营。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3657600" cy="21945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64008" cy="219456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医疗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陪诊停在流程和原话记录。不解释诊断，不代替家属决定。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371600"/>
            <a:ext cx="3657600" cy="21945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保险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意外险只保这一次行程的意外。销售保单不进业务。样张看过再放人出门。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49039"/>
            <a:ext cx="3657600" cy="21945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64008" cy="219456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旅行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59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面向客人的交通住宿由持证旅行社承办。我们不靠社群名义自行组团收款。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749039"/>
            <a:ext cx="3657600" cy="21945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64008" cy="2194560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婚恋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59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认识可以发生。公司不收费配对，不承诺固定伴侣，不公开财产和住址。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749039"/>
            <a:ext cx="3657600" cy="2194560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3749039"/>
            <a:ext cx="64008" cy="2194560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59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诊疗、行程、家庭关系单独同意。纪要不进群，不进朋友圈。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15  /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15    请陈红苗确认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九件事，回复同意或改一句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   前 90 天做会客厅、陪诊、陪聊。护工、保险销售、小程序放到复盘后。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2   茶室微缩按 299 元/人预售，满 8 人付款才办。您当一次模拟客人。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3   谈话陪同先拿 800 元档去做访谈，陪诊试单按 399 元测算，两条不写在同一张海报。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4   陪同类订单陪伴者到手约 70%。带来客人的一方，在平台留存里单独记账。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5   10月26日前指定收款主体。在此之前不收客人的钱。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6   您的客人名单和我的社群都保持各自所有，项目只共用订单和纪要。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7   短途满 8 人再交给旅行社。敦煌不在今冬产品里。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8   每周一次对账。我每周只投入一个固定半天，另加调度的执行时间。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9   公司等到连续四周有预付款，且前 6 单里至少 4 单愿意再约。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16  /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16    本周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10月20日就可以开始的六件事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201400" cy="713232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73152" cy="713232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陈红苗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今天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看完分工页，把不能接受的句子改掉发回。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30552"/>
            <a:ext cx="11201400" cy="713232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30552"/>
            <a:ext cx="73152" cy="713232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陈红苗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3055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10月22日前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30552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给出茶室两个日期，并开始约前 5 位深访。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35224"/>
            <a:ext cx="11201400" cy="713232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35224"/>
            <a:ext cx="73152" cy="713232"/>
          </a:xfrm>
          <a:prstGeom prst="rect">
            <a:avLst/>
          </a:prstGeom>
          <a:solidFill>
            <a:srgbClr val="8C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35224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C342C"/>
                </a:solidFill>
                <a:latin typeface="WenQuanYi Micro Hei"/>
                <a:ea typeface="WenQuanYi Micro Hei"/>
                <a:cs typeface="WenQuanYi Micro Hei"/>
              </a:rPr>
              <a:t>陈红苗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935224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10月26日前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35224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确认场地能否商用，以及体验价 299 元是否接受。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39896"/>
            <a:ext cx="11201400" cy="713232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39896"/>
            <a:ext cx="73152" cy="713232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39896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胡总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739896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10月21日前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739896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指定调度，定下每周那个半天。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44568"/>
            <a:ext cx="11201400" cy="713232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44568"/>
            <a:ext cx="73152" cy="713232"/>
          </a:xfrm>
          <a:prstGeom prst="rect">
            <a:avLst/>
          </a:prstGeom>
          <a:solidFill>
            <a:srgbClr val="2F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44568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554C"/>
                </a:solidFill>
                <a:latin typeface="WenQuanYi Micro Hei"/>
                <a:ea typeface="WenQuanYi Micro Hei"/>
                <a:cs typeface="WenQuanYi Micro Hei"/>
              </a:rPr>
              <a:t>胡总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544568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10月23日前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44568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在指定社群发出一次供给报名。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349240"/>
            <a:ext cx="11201400" cy="713232"/>
          </a:xfrm>
          <a:prstGeom prst="rect">
            <a:avLst/>
          </a:prstGeom>
          <a:solidFill>
            <a:srgbClr val="FFFCF8"/>
          </a:solidFill>
          <a:ln w="12700">
            <a:solidFill>
              <a:srgbClr val="E3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349240"/>
            <a:ext cx="73152" cy="713232"/>
          </a:xfrm>
          <a:prstGeom prst="rect">
            <a:avLst/>
          </a:prstGeom>
          <a:solidFill>
            <a:srgbClr val="8A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371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6A3E"/>
                </a:solidFill>
                <a:latin typeface="WenQuanYi Micro Hei"/>
                <a:ea typeface="WenQuanYi Micro Hei"/>
                <a:cs typeface="WenQuanYi Micro Hei"/>
              </a:rPr>
              <a:t>双方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34924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10月26日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349240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B"/>
                </a:solidFill>
                <a:latin typeface="WenQuanYi Micro Hei"/>
                <a:ea typeface="WenQuanYi Micro Hei"/>
                <a:cs typeface="WenQuanYi Micro Hei"/>
              </a:rPr>
              <a:t>通话 40 分钟，定备忘录、账户和第一场能不能预售。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E3D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019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重启第二人生  ·  呈陈红苗  ·  测算假设，待双方确认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601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6156"/>
                </a:solidFill>
                <a:latin typeface="WenQuanYi Micro Hei"/>
                <a:ea typeface="WenQuanYi Micro Hei"/>
                <a:cs typeface="WenQuanYi Micro Hei"/>
              </a:rPr>
              <a:t>17  /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银发青年·重启第二人生项目落地策划方案</dc:title>
  <dc:subject>呈陈红苗  2026年10月</dc:subject>
  <dc:creator>胡总团队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合作落地稿</cp:category>
</cp:coreProperties>
</file>