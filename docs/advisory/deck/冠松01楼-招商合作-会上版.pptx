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28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01# 研发楼 · 招商合作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我们帮你们把这栋楼租出去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20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先 90 天 · 启动 15 万 + 月度 8 万 + 首年租金 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3108960" cy="43891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会上版 · 6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502920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细版请看「工作版」12 页 · 05b 确认栏当场填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我们听懂了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得到大脑口径：跟进招商。不是再做一版定位。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招商合作会上版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2 /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4300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楼要有人租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14300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汽车展厅走不通了。目标是生效合同，不是品牌发布会。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3172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不当小白鼠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3172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抄已经跑通的研发楼，不搞全国首创。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044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不丢掉汽车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不招整车 4S；汽车配套、后市场可以留。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0916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你们拍板我们跑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合同您盖章。我们建库、带看、谈判、盯收款。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90 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未来 90 天怎么干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必须：库 150 · 深接触 8 · 带看 5 · 书面意向 3。达不到可不转正。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招商合作会上版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3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D1–30 进场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一页楼书（C6 / 层高）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看房动线、种子库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中介先开 2 家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周五周报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65760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5196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D31–60 见客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带看 + 48h 纪要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15 人闭门 1 场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只提市北、西岸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投促办备案不加码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65760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D61–90 收口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20240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意向写成书面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黄区 48h 请示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漏斗会 90 分钟</a:t>
            </a:r>
          </a:p>
          <a:p>
            <a:pPr algn="ctr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转正 / 再试 / 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收费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还是这三笔，柔和一点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数字不改方向。启动费抵佣金、首月含在启动费里、有成交抵月度、链主不上浮。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招商合作会上版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4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28803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3657600" cy="4572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启动费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15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一次性进场</a:t>
            </a:r>
          </a:p>
          <a:p>
            <a:pPr algn="ctr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含第一个月 · 抵扣佣金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28803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月度费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916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 万 /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1460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第 2 个月起</a:t>
            </a:r>
          </a:p>
          <a:p>
            <a:pPr algn="ctr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当月有佣金则抵扣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143000"/>
            <a:ext cx="3657600" cy="28803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92440" y="1143000"/>
            <a:ext cx="3657600" cy="4572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92440" y="1143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成功佣金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6916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首年租金 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1460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扣税、物业、免租</a:t>
            </a:r>
          </a:p>
          <a:p>
            <a:pPr algn="ctr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链主也是 8% · 没签成不抽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206240"/>
            <a:ext cx="11338560" cy="18288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中介带来的单，我们只按 8% 的一半（4%）计，不跟中介各收满额。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试跑 90 天若无成交，现金约 15 + 16 = 31 万。达不到必须项可以不转正。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4,000 ㎡ 空一年大约少收 949 万。甲方自有未报备客户不付佣金。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签法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建议先勾 90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收费仍是 15 万 + 8 万/月 + 8%。先看人干活，再锁 12 个月。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招商合作会上版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5 / 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4300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8463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/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方案 B · 先 90 天（建议）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方案 A · 12 个月独家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适合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先看人干活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已决心排他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收费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三笔账全部适用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同样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怎么停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第 90 天可转正 / 再试 / 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满 6 个月无锚定意向可停月度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合同章 / 报价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您盖章 · 绿区我们直接报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同样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480560"/>
            <a:ext cx="11338560" cy="155448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绿区：租金 ≥ 6.5 元/㎡·天 · 免租 ≤ 9 个月 · 装补 ≤ 600 元/㎡</a:t>
            </a:r>
          </a:p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不承诺政府政策、落户、公寓。不收租户或中介回扣。</a:t>
            </a:r>
          </a:p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详细条款在 05 号全稿，会上先把简版确认栏勾完。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拍板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今天勾这四项就够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数字写在商务简版确认栏。法务随后出全稿，不改收费结构。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招商合作会上版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6 /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143000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签法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1430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建议 B：先 90 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收费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启动 15 万 · 月度 8 万 · 首年租金 8%。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29000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对接人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290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唯一商务对接人 + 红区谁拍板。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72000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绿区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5720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能否直接报价。每单都开会，节奏会断。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