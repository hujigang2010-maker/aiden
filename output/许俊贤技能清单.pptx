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开场：这不是锐评排名，是许俊贤甩过来的技能地图。四条赛道比十二个名字更重要。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还原聊天结构，方便对照原话。财猫的仓库和网站算一件产品。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读这份清单的方法：产物 → 场景 → 生产链位置。不要用 Star 给白板和 PPT 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四条赛道是整份材料的骨架。后面每一页都挂在其中一条上。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全表按赛道而不是按 Star。演示赛道七件占了人气，但白板和改稿解决的是另一类问题。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七款演示 Skill 压缩成两行卡片。需要细读请看上一份 18 页横评。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演示赛道选型：交给谁，就决定用哪一款。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张咋啦三件套：生成演示、选模板、上白板。frontend-slides 内部也会用到那 34 套模板。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模板库的价值是可预测的审美，不是一次生成。安装方式是克隆仓库并让 Agent 读 AGENTS.md。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htmledit 补的是生成之后的人机改稿。它不是 PPT Skill，是 HTML 演示路线的下游。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白板三件按任务拆：好看的看板、带洞察的图表、XRD 科研图。共用飞书介质，不共用工作流。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张咋啦白板：色板技能，不是图表技能。构图自由，颜色和介质限制不自由。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larkboard-graphy 把图表做成汇报叙事。中文 README 里的 github.com/user/... 是占位，真实仓库是 lostvita/larkboard-graphy。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XRD 一图流是清单里最窄、也最可复现的一项。聊天链接里的空格是笔误。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选型页把四条赛道收成十个场景。能对上就用，对不上就不要硬塞。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白板三件都要飞书登录。财猫非商业协议。归藏是 AGPL-3.0。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六条判断是结论。如果只能留一页，留这一页。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两份材料互补：横评解决演示赛道细选，清单解决地图宽度。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收束：把十二个名字还回给四条赛道。问听众下一次要交的文件在哪个软件里打开。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许俊贤聊天记录整理  ·  不是排行榜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一份被甩过来的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视觉生产技能清单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154680"/>
            <a:ext cx="1463040" cy="5486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4F0E6"/>
                </a:solidFill>
                <a:latin typeface="Microsoft YaHei"/>
                <a:ea typeface="Microsoft YaHei"/>
                <a:cs typeface="Microsoft YaHei"/>
              </a:rPr>
              <a:t>十二件工具，四条赛道：演示稿、HTML 模板、改稿器、飞书白板。</a:t>
            </a:r>
          </a:p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4F0E6"/>
                </a:solidFill>
                <a:latin typeface="Microsoft YaHei"/>
                <a:ea typeface="Microsoft YaHei"/>
                <a:cs typeface="Microsoft YaHei"/>
              </a:rPr>
              <a:t>上一份材料评的是「七款中文 AI PPT」。这份把地图扩到生成之后怎么改、怎么上白板。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件产品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9834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440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条链接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9834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440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条赛道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9834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5440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Star 抓取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01  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聊天记录里的五段话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按原话分组还原。htmledit 仓库和 htmledit.ai 算同一件产品的两个入口。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928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101498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张咋啦三件套 + 宝玉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8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baoyu-slide-deck  ·  frontend-slides  ·  beautiful-feishu-whiteboard  ·  beautiful-html-templates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65376"/>
            <a:ext cx="10149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演示 + 模板 + 白板，一个人覆盖三条赛道。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58568"/>
            <a:ext cx="112928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31720"/>
            <a:ext cx="101498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归藏 / 乔木 / 花叔 / PPT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24328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guizang-ppt-skill  ·  qiaomu-anything-to-notebooklm  ·  huashu-design  ·  ppt-master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25496"/>
            <a:ext cx="10149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七款 PPT 横评的主体，都在这一段。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18688"/>
            <a:ext cx="112928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91840"/>
            <a:ext cx="101498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Lewis + 财猫改稿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84448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html-ppt-skill  ·  hamutama/htmledit  ·  htmledit.ai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85616"/>
            <a:ext cx="10149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HTML 演示讲完之后，补上「不会写代码也能改网页」。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78808"/>
            <a:ext cx="112928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5196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51960"/>
            <a:ext cx="101498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科研一图流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44568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LucianaiB2004/XRD-SKILL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745736"/>
            <a:ext cx="10149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主打用画板做科研图表，不是通用 PPT。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112928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12080"/>
            <a:ext cx="101498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数据叙事白板  ·  F俊W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504688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lostvita/larkboard-graphy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705856"/>
            <a:ext cx="10149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三段式架构 + Widgets 叙事层，把普通图表变成带洞察的汇报图。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02  / 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02  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先问产物，再问场景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Star 是人气，不是质量。宝玉的数字是整个 baoyu-skills 仓库。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6235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交出去的文件是什么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PPTX、单文件 HTML、整页图片、飞书可编辑白板、还是打开浏览器就能改的网页。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6235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第二天要交给谁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领导改稿、自己上台、发群转发、飞书里继续画、实验室交图——人不同，工具不同。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56235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它在生产链的哪一环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生成演示、选视觉模板、改已有 HTML、把数据画上白板。四环不要拿来互相比。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56235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0332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519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能不能商用、怎么装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多数 MIT；归藏 AGPL-3.0；财猫 CC-BY-NC-4.0。安装命令见第 15 页。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03  / 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03  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四条赛道，不要混着比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928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91440" cy="10972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  演示稿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2646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7 件   ·   PPTX / HTML / 图片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把主题做成能讲、能发、能改的幻灯片。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ppt-master · frontend-slides · 归藏 · 宝玉 · 花叔 · Lewis · 乔木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05456"/>
            <a:ext cx="112928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05456"/>
            <a:ext cx="91440" cy="10972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  HTML 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3347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 件   ·   34 套可克隆模板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6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不从零生成，先选一套视觉系统再填内容。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36976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beautiful-html-templates（张咋啦）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12464"/>
            <a:ext cx="112928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12464"/>
            <a:ext cx="91440" cy="10972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22192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  改稿器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 件   ·   浏览器本地编辑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AI 生成之后，像改文档一样改文字、图、结构。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4398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htmledit / htmledit.ai（财猫）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19472"/>
            <a:ext cx="112928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19472"/>
            <a:ext cx="91440" cy="10972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 飞书白板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047488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3 件   ·   飞书原生对象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7667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可编辑看板、叙事图表、科研 XRD 一图流。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5099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张咋啦白板 · larkboard-graphy · XRD-SKILL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04  / 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04  全表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十二件产品，按赛道排列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* 宝玉 Star 是整个 baoyu-skills 仓库。财猫另有在线入口 htmledit.ai。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109960" cy="34747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96012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298448"/>
            <a:ext cx="342900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1298448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298448"/>
            <a:ext cx="205740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1298448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2992" y="1298448"/>
            <a:ext cx="132588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11109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64592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1645920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ppt-master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64592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花叔Hugo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164592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可编辑 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645920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48,747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1645920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29968"/>
            <a:ext cx="11109960" cy="384048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029968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2029968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frontend-slides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202996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张咋啦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029968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单文件 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029968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27,997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202996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14016"/>
            <a:ext cx="11109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414016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81912" y="2414016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baoyu-slide-deck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2414016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宝玉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2414016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图片卡片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2414016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25,263*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2414016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798064"/>
            <a:ext cx="11109960" cy="384048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2798064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1912" y="2798064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guizang-ppt-skill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2352" y="279806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归藏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2798064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单文件 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2798064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24,671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2992" y="2798064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AGPL-3.0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182112"/>
            <a:ext cx="11109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3182112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1912" y="3182112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huashu-design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3182112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花叔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3182112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HTML + PPTX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88552" y="3182112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23,423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22992" y="3182112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566160"/>
            <a:ext cx="11109960" cy="384048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356616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81912" y="3566160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html-ppt-skill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2352" y="356616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Lewis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35661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单文件 HTML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88552" y="3566160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8,024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2992" y="3566160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950208"/>
            <a:ext cx="11109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3950208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81912" y="3950208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qiaomu-anything-to-notebooklm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395020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乔木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9712" y="3950208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多格式卡片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3950208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5,783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2992" y="395020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334256"/>
            <a:ext cx="11109960" cy="384048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4334256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81912" y="4334256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beautiful-html-templates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2352" y="4334256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张咋啦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39712" y="4334256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34 套 HTML 模板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4334256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4,324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2992" y="4334256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718304"/>
            <a:ext cx="11109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" y="4718304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白板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81912" y="4718304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beautiful-feishu-whiteboard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2352" y="471830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张咋啦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39712" y="4718304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35 套飞书色板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718304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681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22992" y="4718304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102352"/>
            <a:ext cx="11109960" cy="384048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" y="5102352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白板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81912" y="5102352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larkboard-graphy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02352" y="5102352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F俊W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39712" y="5102352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叙事图表白板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5102352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22992" y="5102352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486400"/>
            <a:ext cx="11109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" y="548640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改稿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81912" y="5486400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htmledit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02352" y="548640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财猫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39712" y="548640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可视化改 HTML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5486400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22992" y="5486400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CC-BY-NC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5870448"/>
            <a:ext cx="11109960" cy="384048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5870448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科研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81912" y="5870448"/>
            <a:ext cx="3429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XRD-SKILL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2352" y="58704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LucianaiB2004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39712" y="5870448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XRD 一图流白板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5870448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22992" y="587044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05  / 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05  赛道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演示七款：一句话认人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细节仍以「七款中文 AI PPT Skill 横评」为准。这里只作地图上的锚点。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7432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01  花叔Hugo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6479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ppt-master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真正的原生 PowerPoint 对象模型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可编辑 PPTX  ·  48,747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399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领导改稿、客户交付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25880"/>
            <a:ext cx="27432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9047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02  张咋啦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6479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frontend-slides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8600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视觉上限最高的网页演示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8036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单文件 HTML  ·  27,997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00399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技术分享、在线传播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25880"/>
            <a:ext cx="27432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49047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03  归藏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76479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guizang-ppt-skill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瑞士风 / 杂志风，自带快捷键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8036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单文件 HTML  ·  24,671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00399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线下分享、观点表达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325880"/>
            <a:ext cx="27432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49047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04  宝玉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76479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baoyu-slide-deck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28600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为阅读转发设计，不是为投影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88036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图片卡片  ·  25,263*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200399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课件、社媒整页图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9476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79476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959352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05  花叔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23367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huashu-design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754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工作室流程：先三方向再展开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34924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HTML + PPTX  ·  23,423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669279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品牌发布、要设计流程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379476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379476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3959352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06  Lewis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23367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html-ppt-skill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54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计时器 + 逐字稿，控场优先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34924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单文件 HTML  ·  8,024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669279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上台要讲稿和计时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79476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20" y="379476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0" y="3959352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07  乔木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423367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qiaomu-anything-to-notebooklm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4754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先把素材变成结构，不是终稿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534924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多格式卡片  ·  5,783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5669279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公众号/PDF/播客初整理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06  / 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06  赛道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演示稿只问一句话：明天交给谁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91440" cy="60350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投资人 / 领导要改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298448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ppt-master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98448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原生 PPTX，形状图表母版都能继续改。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75104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75104"/>
            <a:ext cx="91440" cy="60350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75104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品牌发布、设计很挑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75104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huashu-design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75104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先出三个方向，再要 HTML 和可编辑 PPTX。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91440" cy="60350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51760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技术分享、视觉上限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651760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frontend-slides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651760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三张预览定风格，单文件 HTML 发出去。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28416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28416"/>
            <a:ext cx="91440" cy="60350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28416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线下瑞士风 / 杂志风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28416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guizang-ppt-skill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28416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快捷键翻页，双击浏览器开讲。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05072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05072"/>
            <a:ext cx="91440" cy="60350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05072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上台要计时和讲稿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005072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html-ppt-skill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005072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演讲者窗口：当前页、下一页、逐字稿、计时器。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81728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681728"/>
            <a:ext cx="91440" cy="60350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课件 / 社媒整页卡片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681728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baoyu-slide-deck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681728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为阅读和转发设计，不是为投影。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58384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58384"/>
            <a:ext cx="91440" cy="60350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358384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先把素材变成结构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5358384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qiaomu-anything-to-notebooklm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358384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初稿和多格式转化，不是终稿。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07  / 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07  作者地图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张咋啦一个人，三条赛道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聊天记录第一段的核心。三件套不要互相替代，要串联。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演示稿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frontend-slides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14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27,997 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26080"/>
            <a:ext cx="3246120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从主题生成完整网页演示。12 套安全预设 + 34 套大胆模板，先出三张预览再开工。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61772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75488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适合：技术分享、公开演讲。不适合：必须丢进 PowerPoint。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554480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模板库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874519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beautiful-html-templates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14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4,324 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926080"/>
            <a:ext cx="3246120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34 套可克隆 HTML 模板。Agent 先问场合和气质，挑 3 个封面预览，等人选定再填全文。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461772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475488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适合：已有内容、要挑视觉系统。不适合：从零长论证。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1554480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飞书白板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1874519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beautiful-feishu-whiteboard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514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681 Star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926080"/>
            <a:ext cx="3246120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35 套经过实机验证的色板。产出是飞书文档里可继续改的原生白板，不是截图。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8" y="461772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475488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适合：架构图、流程看板。不适合：当数据叙事图表引擎。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08  / 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08  赛道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beautiful-html-templates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不是生成器，是给 Agent 用的视觉系统图书馆。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92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9875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53896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先问再挑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强制问场合和气质，再从 index.json 里匹配 mood / tone / best_for / formality。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92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91440" cy="9875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三封面预览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先做三套封面 HTML，等人用眼睛选，而不是用形容词猜。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11292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91440" cy="9875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6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克隆再填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选定后整夹克隆，按 preserve / replace / extend 规则改内容，不动视觉系统。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11292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91440" cy="9875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45736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 frontend-slides 的关系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frontend-slides 是完整演示工作流；本库是可复用模板底盘，也可被其他 Agent 单独调用。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09  / 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09  赛道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财猫 htmledit：生成之后怎么改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仓库 github.com/hamutama/htmledit  ·  在线 htmledit.ai  ·  协议 CC-BY-NC-4.0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452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7086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7086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AI 已经很容易生成网页和 HTML 演示。真正的门槛是改几个字、换一张图、挪一个段落。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7452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32888"/>
            <a:ext cx="7086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7086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导入单个 HTML 或项目文件夹，点选即改文字、图片、链接、列表、表格。交互和翻页仍可用。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7452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30168"/>
            <a:ext cx="7086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隐私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04488"/>
            <a:ext cx="7086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local-first：文件在浏览器本地读，草稿存在本机。清浏览器数据会丢草稿，重要修改要导出。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7452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27448"/>
            <a:ext cx="7086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01768"/>
            <a:ext cx="7086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打开 htmledit.ai 即可，不用注册。也可本地静态服务器，或装 Chrome 扩展（准备上架）。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3657600" cy="44348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适合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2024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 frontend-slides / 归藏 / Lewis / 花叔吐出的 HTML。不会写代码的同事也能动。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832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不适合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49039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F4F0E6"/>
                </a:solidFill>
                <a:latin typeface="Microsoft YaHei"/>
                <a:ea typeface="Microsoft YaHei"/>
                <a:cs typeface="Microsoft YaHei"/>
              </a:rPr>
              <a:t>当 Skill 从零生成演示。复杂前端框架页可能改不完整。非商业协议，商用需另谈。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10  / 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10  赛道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飞书白板三件，解决三种图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共同前提：飞书账号 + 已登录的 lark-cli / whiteboard-cli。产出都是可继续改的原生对象。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审美看板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beautiful-feishu-whiteboard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9748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35 套色板，从克制到大胆。Agent 构图，模板只管颜色和气质。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25196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43484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架构图、流程、概念看板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5780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不是自动图表工具。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554480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叙事图表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874519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larkboard-graphy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9748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先分析数据再提 Widget 策略。标题区结论先行，图表区 + 信息区讲完一个故事。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848" y="425196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43484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汇报图、经营分析、带洞察的柱线环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525780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不是通用看板美化。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1554480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科研一图流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1874519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XRD-SKILL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69748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二维 XRD 原始数据 → SVG/PNG/OpenAPI → 飞书可编辑画板。脚本主导，可重复跑。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9328" y="425196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443484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XRD 汇报图、实验对比、画板修复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525780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不是通用科研绘图套件。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11  / 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11  细读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beautiful-feishu-whiteboard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github.com/zarazhangrui/beautiful-feishu-whiteboard  ·  681 Star  ·  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35 套色板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克制 / 均衡 / 大胆三档。同一套 LLM 训练三阶段内容，方便直接比气质。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硬限制写进 RULES.md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只用原生形状、无透明度、无渐变模糊；文字颜色导出有已知坑。全是实机踩出来的。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4495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模板不管构图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templates/&lt;slug&gt;/design.md 只约束色板和情绪。布局由 Agent 按内容决定。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88036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4495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写入你自己的飞书租户：文档链接 + 预览图。随时可换风格重出。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9943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Node 20+、飞书账号、全局 lark-cli 扫码登录、npx @larksuite/whiteboard-cli。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4348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9943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npx skills add zarazhangrui/beautiful-feishu-whiteboard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12  / 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12  细读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larkboard-graphy  ·  数据叙事优先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github.com/lostvita/larkboard-graphy  ·  14 Star  ·  MIT  ·  作者 F俊W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9284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普通图表回答「是多少」。这套技能逼你先回答「所以呢」。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4F0E6"/>
                </a:solidFill>
                <a:latin typeface="Microsoft YaHei"/>
                <a:ea typeface="Microsoft YaHei"/>
                <a:cs typeface="Microsoft YaHei"/>
              </a:rPr>
              <a:t>Widget 是一等公民：在画第一根柱子之前，先提出注释、高亮、趋势和对比策略。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56235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257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三段式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标题区结论先行 · 图表区数据+Widget · 信息区洞察和来源。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56235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5257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柱 / 堆叠 / 百分比堆叠 / 条 / 折线 / 饼 / 环 / 柱线组合。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56235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257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whiteboard-cli --check 查溢出和重叠，最多自动修 3 轮再写入飞书。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54864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Widget 叙事层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063240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解释为什么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01568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PinNumber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401568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钉住关键数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39896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Sticker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739896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情绪标记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78224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DifferenceArrow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078224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量化差距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16552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AverageLine / GoalLine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416552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均值与目标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54880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TrendLine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754880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回归趋势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93208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Highlight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093208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其余淡到 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431536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HighlightLabel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431536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只标重点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13  / 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13  细读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XRD-SKILL  ·  科研绘图一图流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github.com/LucianaiB2004/XRD-SKILL  ·  3 Star  ·  MIT  ·  聊天原文有空格，仓库名无空格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78892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74519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86000"/>
            <a:ext cx="2468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二维 XRD 文本，默认匹配 XN*_Theta_2-Theta.txt。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78892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4630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874519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出图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86000"/>
            <a:ext cx="2468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堆叠谱线 SVG / PNG，可选 OpenAPI 节点 JSON。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278892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4630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874519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286000"/>
            <a:ext cx="2468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写入已有白板，或在文档/Wiki 追加新画板块。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25880"/>
            <a:ext cx="278892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4630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1874519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286000"/>
            <a:ext cx="2468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飞书里继续拖节点，不是一张死图。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56235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11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脚本主导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319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xrd_data_to_chart.py 和 publish_xrd_whiteboard.py 固定流程，避免每次让模型重写画图胶水。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474720"/>
            <a:ext cx="56235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611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Python 3.10+、Node 20+、npx @larksuite/whiteboard-cli、已认证 lark-cli。可 --skip-lark 只验本地出图。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56235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035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python scripts/install_codex_skill.py --force 后重启 Codex，口令 $xrd-onepage-whiteboard。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846320"/>
            <a:ext cx="56235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9834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035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主打 XRD 谱线一图流，不是通用 Origin 替代，也不是任意科研图模板库。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14  / 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14  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十二件工具，十个场景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明天领导要改 PPT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ppt-master / 花叔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只要别人能在 WPS 里改，就走 PPTX。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5331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自己上台，要好看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934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frontend-slides / 归藏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双击浏览器。计时讲稿再加 Lewis。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4028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4028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1343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已有文案，只要气质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6946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beautiful-html-templates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7063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三封面预览，选定再填。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24028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24028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1343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HTML 演示要改两个字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6946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htmledit.ai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7063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点选即改，不必回 Agent 重生成。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20040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27355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发群、做课件卡片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52958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baoyu-slide-deck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73075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整页图，为刷和转发。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20040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20040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27355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一堆公众号/PDF 先理清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958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乔木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3075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结构初稿，再用上面任意一款做终稿。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6052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16052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3367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飞书里画架构/流程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48970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张咋啦白板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69087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35 套色板，原生可编辑。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16052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16052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23367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把Excel变成带洞察的汇报图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48970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larkboard-graphy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69087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先叙事策略，再画柱线环。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12064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19379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XRD 谱线要交可改图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44982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XRD-SKILL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65099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原始数据到飞书画板一条链。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12064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5120640"/>
            <a:ext cx="73152" cy="86868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19379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品牌发布、动画、MP4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44982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huashu-design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65099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工作室流程，HTML 和 PPTX 都能要。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15  / 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15  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安装与入口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演示七款用 npx skills add。模板库、改稿器、白板另有自己的入口。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ppt-master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hugohe3/ppt-master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3502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frontend-slides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934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zarazhangrui/frontend-slides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84832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39696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guizang-ppt-skill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14016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op7418/guizang-ppt-skill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084832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39696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huashu-design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6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alchaincyf/huashu-design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89504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436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html-ppt-skill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1868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lewislulu/html-ppt-skill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89504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4436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baoyu-slide-deck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1868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JimLiu/baoyu-skills --skill baoyu-slide-deck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694176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49040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qiaomu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joeseesun/qiaomu-anything-to-notebooklm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694176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40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html-templates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克隆仓库，让 Agent 读 AGENTS.md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498848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53712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feishu-whiteboard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2803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npx skills add zarazhangrui/beautiful-feishu-whiteboard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498848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553712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larkboard-graphy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2803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git clone lostvita/larkboard-graphy → ~/.cursor/skills/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303520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5838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htmledit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63270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 htmledit.ai  ·  或本地 python3 -m http.server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303520"/>
            <a:ext cx="5669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35838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XRD-SKILL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63270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python scripts/install_codex_skill.py --force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16  / 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16  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六句把这张地图读完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6187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七款 PPT 是赛道 A，不是整张地图。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72768"/>
            <a:ext cx="106070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许俊贤补上的是生成之后：改 HTML、上白板、画科研图。只盯着 Star 会漏掉真正缺的那一环。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2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848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张咋啦三件套是一条生产线。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6070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模板库选气质，frontend-slides 做演示，飞书白板做可编辑看板。不要三选一，按介质串联。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2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0779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HTML 路线缺的不是生成，是改。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18688"/>
            <a:ext cx="106070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htmledit.ai 让不会写代码的人能改 frontend-slides / 归藏 / Lewis 的产物。这是演示赛道的下游。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3075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飞书白板三件不要互相替代。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41648"/>
            <a:ext cx="106070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色板看板、叙事图表、XRD 一图流共用介质，工作流完全不同。选错会做出一张好看但没洞察的图。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53712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5371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协议和账号是隐形成本。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64608"/>
            <a:ext cx="106070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归藏 AGPL；财猫非商业；白板三件都要飞书租户和 CLI 登录。能跑通环境，才谈得上「装了」。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76672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7667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选工具之前写一句：这份东西第二天交给谁、在哪个软件里打开。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87568"/>
            <a:ext cx="106070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WPS 改稿、浏览器开讲、飞书里继续画、实验室交谱图——这句话比任何清单都管用。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17  / 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17  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和上一份七款横评怎么一起用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上一份：七款横评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问的是「哪款能做出像样的 PPT」。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7180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22783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社区锐评排名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5935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三条产物路线：PPTX / HTML / 图片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9087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七款各一页细读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42239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492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办公流转 vs 现场演示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155448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这一份：技能清单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24028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问的是「许俊贤甩过来的地图有多宽」。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297180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322783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154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不排名，按赛道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848" y="395935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补上模板库、改稿器、白板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469087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6177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张咋啦从 1 件变成 3 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542239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53492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科研 XRD 单独成环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325880"/>
            <a:ext cx="365760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155448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建议用法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224028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先用这份找赛道，再用横评做演示细选。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9328" y="2971800"/>
            <a:ext cx="32461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39328" y="322783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154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演示需求 → 打开横评第 14–16 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9328" y="395935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8862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改 HTML → 直接 htmledit.ai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9328" y="469087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6177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飞书看板/图表/XRD → 本清单赛道 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8" y="5422392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53492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不要用 Star 给白板和 PPT 排名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许俊贤技能清单  ·  按产物分赛道  ·  2026.08.23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18  / 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E31C24"/>
                </a:solidFill>
                <a:latin typeface="Microsoft YaHei"/>
                <a:ea typeface="Microsoft YaHei"/>
                <a:cs typeface="Microsoft YaHei"/>
              </a:rPr>
              <a:t>十二个名字可以忘掉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记住四件事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演示、模板、改稿、白板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1463040" cy="5486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4F0E6"/>
                </a:solidFill>
                <a:latin typeface="Microsoft YaHei"/>
                <a:ea typeface="Microsoft YaHei"/>
                <a:cs typeface="Microsoft YaHei"/>
              </a:rPr>
              <a:t>路演交 ppt-master。上台交张咋啦或归藏。改两个字打开 htmledit.ai。</a:t>
            </a:r>
          </a:p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4F0E6"/>
                </a:solidFill>
                <a:latin typeface="Microsoft YaHei"/>
                <a:ea typeface="Microsoft YaHei"/>
                <a:cs typeface="Microsoft YaHei"/>
              </a:rPr>
              <a:t>飞书里画看板用色板，画汇报图用 graphy，交 XRD 用一图流。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Microsoft YaHei"/>
                <a:ea typeface="Microsoft YaHei"/>
                <a:cs typeface="Microsoft YaHei"/>
              </a:rPr>
              <a:t>资料截止 2026-08-23  ·  链接以各细读页为准  ·  可在 PowerPoint / WPS 中继续编辑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