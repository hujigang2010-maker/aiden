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合作方案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科技企业成长与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产业协同合作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3657600"/>
            <a:ext cx="1280160" cy="32004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886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8"/>
                </a:solidFill>
                <a:latin typeface="Microsoft YaHei"/>
                <a:ea typeface="Microsoft YaHei"/>
                <a:cs typeface="Microsoft YaHei"/>
              </a:rPr>
              <a:t>致  成都新谷投资集团  ·  上海新谷湾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F4F7F8"/>
                </a:solidFill>
                <a:latin typeface="Microsoft YaHei"/>
                <a:ea typeface="Microsoft YaHei"/>
                <a:cs typeface="Microsoft YaHei"/>
              </a:rPr>
              <a:t>上海市杨浦区科技企业联合会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06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DE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    合作内容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三项合作同时启动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02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11274552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73152" cy="12984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6304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4447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副会长单位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01952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以上海新谷湾投资有限公司入会，任期一年。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627632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10,000 元 / 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24328"/>
            <a:ext cx="11274552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24328"/>
            <a:ext cx="73152" cy="12984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8036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620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三个月试点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319272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交付企业名单、投资机构名单、到场对接、一场闭门会和台账。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044952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20,000 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41648"/>
            <a:ext cx="11274552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41648"/>
            <a:ext cx="73152" cy="12984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9768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793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服务站挂牌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736592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科技企业成长与产业协同服务站设在上海新谷国际，挂牌一年。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462272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含在试点内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企业与新谷签订租赁合同后，按该合同一个月基础租金结算成交服务费。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    试点交付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三个月内交付四项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03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669280" cy="21945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9047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9280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企业名单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从《杨浦一百》和联合会科技企业资源中提交有办公需求的企业。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669280" cy="21945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49047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89280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投资机构名单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42316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提交投资阶段与企业相符的投资机构。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5669280" cy="21945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6791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7024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到场对接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0060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企业和投资机构到上海新谷国际实地交流，联合会记录到场情况。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611880"/>
            <a:ext cx="5669280" cy="21945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86791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27024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闭门会与台账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80060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试点期内举办一场闭门会。会后提交对接台账。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    服务站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挂牌一年，作为对接场地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04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74552" cy="15544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科技企业成长与产业协同服务站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3172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5DEE6"/>
                </a:solidFill>
                <a:latin typeface="Microsoft YaHei"/>
                <a:ea typeface="Microsoft YaHei"/>
                <a:cs typeface="Microsoft YaHei"/>
              </a:rPr>
              <a:t>上海新谷国际    ·    挂牌一年    ·    与试点同步挂牌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99232"/>
            <a:ext cx="11274552" cy="713232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0040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地点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82112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上海新谷国际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03904"/>
            <a:ext cx="11274552" cy="713232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场地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986784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新谷提供活动场地和接待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08576"/>
            <a:ext cx="11274552" cy="713232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80974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791456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联合会负责邀请、主持和记录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13248"/>
            <a:ext cx="11274552" cy="713232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6144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596128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试点期内举办一场闭门会，服务费已含本场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04    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双方各司其职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05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669280" cy="4937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669280" cy="640080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89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4884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488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办理副会长入会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86207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6207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提交企业名单和投资机构名单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57530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7530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组织到场对接和闭门会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8853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8853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提交对接台账和试点成果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0176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租赁合同签署后出具成交服务费结算单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34440"/>
            <a:ext cx="5669280" cy="4937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234440"/>
            <a:ext cx="5669280" cy="64008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389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14884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1488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指定一名试点对接人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86207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86207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提供在租房源、面积和租金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357530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57530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提供服务站场地并安排接待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28853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参加闭门会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5001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00176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按合同约定支付会费、试点费和成交服务费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05    费用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三项费用，一次说清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06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108960" cy="65836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277977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325880"/>
            <a:ext cx="3200400" cy="65836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508760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金额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325880"/>
            <a:ext cx="4965192" cy="65836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1508760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支付时间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84248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03704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副会长会费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984248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2203704"/>
            <a:ext cx="287121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10,000 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984248"/>
            <a:ext cx="49651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220370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入会时支付，有效期一年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61488"/>
            <a:ext cx="3108960" cy="777240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980944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试点服务费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761488"/>
            <a:ext cx="3200400" cy="777240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2980944"/>
            <a:ext cx="287121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20,000 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761488"/>
            <a:ext cx="4965192" cy="777240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298094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协议签署后支付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38728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758184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成交服务费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538728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3758184"/>
            <a:ext cx="287121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1 个月基础租金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538728"/>
            <a:ext cx="49651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75818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每份租赁合同签署后支付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09160"/>
            <a:ext cx="11274552" cy="1417320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89204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212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基础租金指租赁合同载明的月租金，不含物业费。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试点服务费已包含一场闭门会。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06    进度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签署后九十日完成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07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74552" cy="8412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73152" cy="8412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9047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10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7218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双方对接人到位。新谷提交房源清单，联合会提交首批企业名单和投资机构名单。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1274552" cy="8412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8412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5059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20 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43230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完成入会。服务站挂牌。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11274552" cy="8412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73152" cy="8412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1071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40 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39242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完成首批企业和投资机构到场对接。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1274552" cy="8412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73152" cy="8412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7083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60 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35254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举办闭门会，提交对接台账。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11274552" cy="8412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74920"/>
            <a:ext cx="73152" cy="84124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3095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90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31266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提交试点成果。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07    请确认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确认三项后，联合会准备协议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上海市杨浦区科技企业联合会  ·  合作方案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08  /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75887" cy="246888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63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202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入会主体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146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上海新谷湾投资有限公司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75887" cy="246888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463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9202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试点对接人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146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姓名、职务、手机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75887" cy="246888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463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9202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挂牌日期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5146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服务站在上海新谷国际的挂牌日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11274552" cy="21488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062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联系人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朱震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166360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DEE6"/>
                </a:solidFill>
                <a:latin typeface="Microsoft YaHei"/>
                <a:ea typeface="Microsoft YaHei"/>
                <a:cs typeface="Microsoft YaHei"/>
              </a:rPr>
              <a:t>上海市杨浦区科技企业联合会  法人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科技企业成长与产业协同合作方案</dc:title>
  <dc:subject>上海市杨浦区科技企业联合会致成都新谷投资集团</dc:subject>
  <dc:creator>上海市杨浦区科技企业联合会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合作方案</cp:category>
</cp:coreProperties>
</file>