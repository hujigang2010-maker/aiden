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开场：这不是又一份「AI 做 PPT」教程，而是把社区里被反复点名的七款 Skill 摊开，讲清楚各自交什么文件、适合什么场合、什么时候不该用。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提醒听众：后面每一页的「社区原评」是原文，Star 是我们今天核实过的。宝玉那一行尤其容易误读。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节奏：地图约 3 分钟，七款细读每款约 1 分钟，选型约 4 分钟。十五分钟可以讲完。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点题：社区原文说「大家已经不是做同一种 PPT 了」。后面所有选型都建立在这句话上。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不要在这一页逐行念。指给听众：真正的分叉在「产物」这一列。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决策顺序必须是：文件交给谁 → 路线 A/B/C → 再在路线里挑审美和功能。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ppt-master：全场唯一正经做 PPT 的 使用口令：/ppt-master 帮我做一份产品发布 PPT，15 页，面向投资人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frontend-slides：主观审美最佳，完成度极高 使用口令：/frontend-slides 帮我做一份关于 AI 行业趋势的分享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huashu-design：审美极佳，关键是能输出可编辑 PPTX 使用口令：/huashu-design 帮我做一份 AI 写作工具的产品介绍 PPT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guizang-ppt-skill：人上人瑞士风审美，很适合线下分享 使用口令：/guizang-ppt-skill 帮我做一份杂志风 PPT，主题是 AI 趋势，10 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html-ppt-skill：功能设计十分贴心 使用口令：/html-ppt-skill 帮我做一份产品汇报 PPT，带演讲计时器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baoyu-slide-deck：NPC 风格偏可爱，以纯图片形式呈现 使用口令：/baoyu-slide-deck tutorial.md --style corporate --slides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qiaomu-anything-to-notebooklm：偏向纯图片卡片，侧重内容的初步呈现 使用口令：/qiaomu-anything-to-notebooklm 把这篇文章转成知识卡片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「审美上限」是社区主观评价。办公流转几乎只看能不能交出别人打得开的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Codex 团队的框架更务实：不排高低，只看场景。这一页就是那套框架的落地。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安装命令来自 01MVP 横评与各仓库 README。具体 Agent 的技能目录可能还要手动拷 SKILL.md。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这五句是整份材料的结论页。如果只能留一页，留这一页。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收束：把七个名字还回给场景。问听众自己下一次要交的文件是什么。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PRESENTATION PROJECT OVERVIEW  ·  2026.08.23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七款中文 AI</a:t>
            </a:r>
          </a:p>
          <a:p>
            <a:pPr algn="l">
              <a:lnSpc>
                <a:spcPct val="102000"/>
              </a:lnSpc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PPT Skill 横评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520440"/>
            <a:ext cx="1463040" cy="5486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4F0E6"/>
                </a:solidFill>
                <a:latin typeface="微软雅黑"/>
                <a:ea typeface="微软雅黑"/>
                <a:cs typeface="微软雅黑"/>
              </a:rPr>
              <a:t>从可编辑 PPTX 到杂志风网页演示。</a:t>
            </a:r>
          </a:p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F4F0E6"/>
                </a:solidFill>
                <a:latin typeface="微软雅黑"/>
                <a:ea typeface="微软雅黑"/>
                <a:cs typeface="微软雅黑"/>
              </a:rPr>
              <a:t>排名沿用社区锐评，Star 数为今日 GitHub 实测。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hugohe  ·  张咋啦  ·  花叔  ·  歸藏  ·  Lewis  ·  宝玉  ·  乔木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01  阅读约定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这份材料怎么用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先对齐口径，再看排名。否则 Star 数字会把选型带偏。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排名从哪来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社区锐评（彼得潘AI 视频 / 即刻转述），标准是「能不能做出像样的 PPT」，不是 Star 排行榜。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733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Star 怎么读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今日 GitHub 实时数。宝玉是整个 baoyu-skills 仓库；歸藏 Star 已超过花叔，但锐评名次未改。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4904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005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产物分三类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2628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可编辑 PPTX · 单文件 HTML 演示 · 整页图片卡片。先问「文件要交给谁」，再问「好不好看」。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49040"/>
            <a:ext cx="55778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49040"/>
            <a:ext cx="91440" cy="214884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0507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怎么选型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26280"/>
            <a:ext cx="5029200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没有全场第一。投资人路演、技术分享、课件卡片、内容初稿，工具应该完全不同。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02  / 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02  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十八页，三件事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9164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为什么是现在 · 排名一览 · 三条技术路线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2788920"/>
            <a:ext cx="94183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20040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七款细读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576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从 ppt-master 到乔木，各一页讲清楚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4297680"/>
            <a:ext cx="941832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280160" cy="100584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III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470916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怎么选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5166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对照矩阵 · 场景决策 · 安装速查 · 五个判断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03  / 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03 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2026，AI 做 PPT 终于分成了几条路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以前比的是「像不像模板」；现在比的是交什么文件、能不能继续改、现场怎么讲。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1188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48,728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ppt-master 当前 Star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独立 PPT 项目里最猛的一个，走的是 PowerPoint 原生对象模型。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61188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92024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三条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175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主流产物形态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5760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PPTX 办公流 · HTML 演示流 · 图片卡片流，已经不是同一种「PPT」。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611880" cy="4160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611880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92024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3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175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跑在 Agent 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57600"/>
            <a:ext cx="306324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</a:pPr>
            <a:r>
              <a:rPr sz="14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不是又一个在线 SaaS。装进 Claude Code / Codex / Cursor，本地出稿。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04  / 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04  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社区锐评排名 × 今日 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排名未按 Star 重排。歸藏当前 Star 已高于花叔；宝玉为整个技能仓库。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89888"/>
            <a:ext cx="1129284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56692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389888"/>
            <a:ext cx="225856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389888"/>
            <a:ext cx="125272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8032" y="1389888"/>
            <a:ext cx="125272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1389888"/>
            <a:ext cx="189280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9872" y="1389888"/>
            <a:ext cx="372160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73936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773936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1773936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ppt-master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1773936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hugohe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773936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48,728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773936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可编辑 PPTX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1773936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全场唯一正经做 PPT · 音色克隆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395728"/>
            <a:ext cx="11292840" cy="62179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395728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2395728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frontend-slides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239572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张咋啦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239572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27,997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395728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2" y="2395728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主观审美最佳 · 完成度极高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17520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0352" y="3017520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3017520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huashu-design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3017520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花叔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017520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23,423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53912" y="3017520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 + PPTX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017520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审美极佳 · 可编辑 PPTX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39312"/>
            <a:ext cx="11292840" cy="62179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3639312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0432" y="3639312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guizang-ppt-skill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02152" y="3639312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歸藏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28032" y="3639312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24,666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53912" y="3639312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9872" y="3639312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瑞士风 · 快捷键 · 线下分享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61104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4261104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261104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html-ppt-skill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2152" y="4261104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Lewis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28032" y="4261104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8,023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3912" y="4261104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2" y="4261104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计时器 + 逐字稿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82896"/>
            <a:ext cx="11292840" cy="62179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" y="4882896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4882896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baoyu-slide-deck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02152" y="4882896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宝玉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28032" y="4882896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25,263*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53912" y="4882896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图片卡片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2" y="4882896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NPC 可爱风 · 整页图片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504688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5504688"/>
            <a:ext cx="5486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70432" y="5504688"/>
            <a:ext cx="22402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qiaomu-to-notebooklm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02152" y="550468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乔木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28032" y="550468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5,783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53912" y="5504688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图片 / 多格式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19872" y="5504688"/>
            <a:ext cx="37033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内容初步呈现 · 入门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236208"/>
            <a:ext cx="1124712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* 宝玉 Star 为 JimLiu/baoyu-skills 整仓，不是 baoyu-slide-deck 单技能。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05  / 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05  分叉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先选路线，再选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17320"/>
            <a:ext cx="37033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3703320" cy="822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1732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173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可编辑 PPTX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ppt-master
huashu-design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团队都能打开改。图表、形状、母版是真对象。动效和版式上限不如网页。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029200"/>
            <a:ext cx="3246120" cy="82296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297180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领导汇报 · 客户交付 · 模板继承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417320"/>
            <a:ext cx="37033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417320"/>
            <a:ext cx="3703320" cy="822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41732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4173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单文件 HTML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frontend-slides
guizang-ppt-skill
html-ppt-skill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4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双击浏览器就能演示，动效和排版自由。发给不懂技术的同事有门槛。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5029200"/>
            <a:ext cx="3246120" cy="82296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5029200"/>
            <a:ext cx="297180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技术分享 · 线下演讲 · 在线传播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1417320"/>
            <a:ext cx="3703320" cy="4709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1417320"/>
            <a:ext cx="3703320" cy="82296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1417320"/>
            <a:ext cx="54864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1417320"/>
            <a:ext cx="274320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整页图片卡片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377440"/>
            <a:ext cx="324612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baoyu-slide-deck
qiaomu-anything-to-notebooklm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520440"/>
            <a:ext cx="324612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适合刷、截、发。文字改不了，不是正式演示格式。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5029200"/>
            <a:ext cx="3246120" cy="82296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5029200"/>
            <a:ext cx="297180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课件 · 社媒 · 内容初稿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06  / 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ppt-master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hugohe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48,728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可编辑 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全场唯一正经做 PPT 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元素全可编辑，自带音色克隆和旁白生成，纯纯降维打击。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真正的原生 PPTX：形状、图表、表格、母版、备注都可继续编辑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从 PDF / Word / 网页 / Markdown 出发，先把论证理清再排版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可选音色克隆与旁白，备注能转成配音甚至视频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可跟随你自己的 PPT 模板；数据留在本地，不绑死某一家模型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领导汇报、客户交付、后续还要在 PowerPoint / WPS 里改。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只求一场炫酷网页演示、不需要办公软件兼容。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github.com/hugohe3/ppt-master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hugohe3/ppt-master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07  / 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frontend-slides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张咋啦  @zarazhangrui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27,997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单文件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JavaScript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主观审美最佳，完成度极高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目前呈现为 HTML 格式，稍微考验一点使用者的基础。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先出三张视觉预览再开工，用眼睛选风格，而不是用形容词猜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12 套安全预设 + 34 套大胆模板，刻意避开「紫渐变白底」AI 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零依赖单文件 HTML；也可把现有 PPTX 抽文案后重做网页演示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可部署到 Vercel 分享，也可导出 PDF 快照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技术分享、公开演讲、在线传播，追求视觉上限。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必须丢进 PowerPoint，给不会开浏览器的同事继续改。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github.com/zarazhangrui/frontend-slides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zarazhangrui/frontend-slides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08  / 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huashu-design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花叔  @AlchainHust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23,423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 + 可编辑 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审美极佳，关键是能输出可编辑 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不止做 PPT，是一间装进 Agent 里的设计工作室。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任何新视觉 100% 先出三个方向初稿，选定后再批量展开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内置 20 种设计哲学 + 5 维专家评审，质量有兜底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高保真原型、幻灯片、动画、信息图都能做，可导出 MP4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能输出可编辑 PPTX，美观和办公流转可以同时要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品牌发布、设计要求高、还想把文件交给团队继续改。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只要快速出一版能念的稿，不在乎设计流程。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github.com/alchaincyf/huashu-design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alchaincyf/huashu-design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09  / 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guizang-ppt-skill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歸藏  @op7418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24,666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单文件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AGPL-3.0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人上人瑞士风审美，很适合线下分享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自带快捷键。电子杂志风 × 瑞士国际主义，双击浏览器就是一场体面的分享。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Style A 电子杂志 × 电子墨水；Style B 瑞士网格 + 单一锚点色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单文件 HTML，键盘 / 滚轮 / 触屏都能翻页，可全屏演示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内置排练与演讲者模式，可补演讲备注和每页计划时长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顺手能出配图、公众号头图、多平台封面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线下分享、观点表达、个人风格演示。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需要团队在 PowerPoint 里来回改稿。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github.com/op7418/guizang-ppt-skill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op7418/guizang-ppt-skill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10  / 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html-ppt-skill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Lewis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8,023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单文件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功能设计十分贴心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自带计时器和逐字稿等实用组件，帮你把一场分享讲好。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按 S 打开演讲者窗口：当前页、下一页、逐字稿、计时器四张磁吸卡片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36 套主题 × 31 种版式 × 15 套整本模板 × 47 种动画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纯静态 HTML/CSS/JS，零构建，中英文字体一等公民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逐字稿规则很具体：提示信号而非照念，每页约 150–300 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上台演讲、需要控时和讲稿、不太习惯脱稿。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把视觉上限当成第一目标。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github.com/lewislulu/html-ppt-skill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lewislulu/html-ppt-skill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11  / 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baoyu-slide-deck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宝玉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25,263 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图片卡片 / 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TypeScript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NPC 风格偏可爱，以纯图片形式呈现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更适合课件、培训、知识分享；整页可直接发社媒。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定位是「阅读和转发」而不是现场演示：自解释、可刷、可截图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先出大纲和风格指令，再逐页生成位图，禁止用 SVG/HTML 冒充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宝玉 Skills 生态覆盖面极广，这只是其中的 PPT 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Star 数是整个 baoyu-skills 仓库，不是单技能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课件、培训、知识产品、小红书式整页卡片。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正式商务汇报、需要别人改文字的场景。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github.com/JimLiu/baoyu-skills  ·  skills/baoyu-slide-deck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JimLiu/baoyu-skills --skill baoyu-slide-deck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12  / 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3246120" cy="67848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256032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40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960120"/>
            <a:ext cx="2834640" cy="1051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qiaomu-anything-to-notebooklm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2057400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乔木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80360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今日 Star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308152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5,783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" y="3538728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产物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3739896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图片卡片 / 多格式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4197096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4398264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4855464"/>
            <a:ext cx="28346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0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" y="5056632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56032"/>
            <a:ext cx="81381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社区原评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0292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0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偏向纯图片卡片，侧重内容的初步呈现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1005840"/>
            <a:ext cx="813816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严格来说不是专业 PPT Skill，更适合做内容整理的第一步。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600200"/>
            <a:ext cx="8138160" cy="12700"/>
          </a:xfrm>
          <a:prstGeom prst="rect">
            <a:avLst/>
          </a:prstGeom>
          <a:solidFill>
            <a:srgbClr val="D6D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它实际在做的事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21488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39" y="20574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多源接入：微信、网页、YouTube、PDF、播客、Office 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26060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5146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经 NotebookLM 输出播客 / PPT / 思维导图 / Quiz / 闪卡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30632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39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适合「先看见结构」，再用上面任意一款做正式演示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3520440"/>
            <a:ext cx="73152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34290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入门门槛低，但产物颗粒度停在内容呈现，不是设计终稿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02336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4114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适合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434840"/>
            <a:ext cx="361188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把公众号、播客、PDF、网页先变成可消化的结构。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02336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0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4114800"/>
            <a:ext cx="3703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不适合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34840"/>
            <a:ext cx="3703320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直接当终稿演示文件交给客户。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577840"/>
            <a:ext cx="8138160" cy="7772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03320" y="5623560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github.com/joeseesun/qiaomu-anything-to-notebooklm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7772400" cy="3840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npx skills add joeseesun/qiaomu-anything-to-notebooklm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13  / 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13  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七维速查：别只看审美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92840" cy="3840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371600"/>
            <a:ext cx="207568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79192" y="1371600"/>
            <a:ext cx="134416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1371600"/>
            <a:ext cx="125272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392" y="1371600"/>
            <a:ext cx="161848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旁白/讲稿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14032" y="1371600"/>
            <a:ext cx="125272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审美上限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1371600"/>
            <a:ext cx="134416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办公流转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1371600"/>
            <a:ext cx="1892808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现场演示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55648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755648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ppt-master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755648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原生可改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6512" y="175564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1755648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音色克隆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175564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755648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最强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57232" y="1755648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40"/>
            <a:ext cx="11292840" cy="62179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2377440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frontend-slides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9192" y="2377440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可转入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96512" y="2377440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最强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2392" y="2377440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377440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最高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2" y="2377440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377440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999232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9992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huashu-design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9192" y="2999232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可导出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96512" y="2999232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很强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2392" y="2999232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动画/MP4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14032" y="2999232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很高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2999232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57232" y="2999232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强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621024"/>
            <a:ext cx="11292840" cy="62179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621024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guizang-ppt-skill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79192" y="3621024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3621024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很强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22392" y="3621024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备注/排练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4032" y="3621024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很高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912" y="3621024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7232" y="3621024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最强之一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4242816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4242816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html-ppt-skill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79192" y="4242816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96512" y="4242816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22392" y="4242816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计时+逐字稿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14032" y="4242816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2" y="4242816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57232" y="4242816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最贴心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4864608"/>
            <a:ext cx="11292840" cy="621792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4864608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baoyu-slide-deck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9192" y="4864608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可拼图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96512" y="486460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可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22392" y="4864608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4032" y="4864608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可爱风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9912" y="4864608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57232" y="4864608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偏阅读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5486400"/>
            <a:ext cx="1129284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5486400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qiaomu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79192" y="5486400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初稿级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96512" y="5486400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22392" y="5486400"/>
            <a:ext cx="160020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播客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14032" y="5486400"/>
            <a:ext cx="123444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入门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9912" y="5486400"/>
            <a:ext cx="132588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弱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57232" y="5486400"/>
            <a:ext cx="1874520" cy="62179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弱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14  / 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14  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不做排名，只看你在干什么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投资人路演 / 领导汇报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25880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ppt-master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325880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要可继续改的真 PPTX，旁白是加分项。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84248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984248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84248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品牌发布 / 设计很挑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984248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huashu-design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1984248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先选方向稿，再要 PPTX 和动画。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642616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42616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技术分享 / 视觉上限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642616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frontend-slides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642616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三张预览定风格，单文件 HTML 发出去。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00984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300984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0984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线下瑞士风 / 杂志风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300984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guizang-ppt-skill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3300984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快捷键翻页，双击浏览器开讲。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59352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959352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9352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上台要计时和讲稿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959352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html-ppt-skill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959352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演讲者模式 + 逐字稿，控场优先。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17720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617720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17720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课件 / 社媒整页卡片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4617720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baoyu-slide-deck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4617720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为阅读和转发设计，不是为投影。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276088"/>
            <a:ext cx="11292840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276088"/>
            <a:ext cx="91440" cy="585216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76088"/>
            <a:ext cx="402336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先把素材变成结构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5276088"/>
            <a:ext cx="30175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qiaomu-anything-to-notebooklm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276088"/>
            <a:ext cx="3703320" cy="58521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初稿和多格式转化，不是终稿。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15  / 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15  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一条命令装进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6B6B"/>
                </a:solidFill>
                <a:latin typeface="微软雅黑"/>
                <a:ea typeface="微软雅黑"/>
                <a:cs typeface="微软雅黑"/>
              </a:rPr>
              <a:t>前提：本机已有 Claude Code / Codex / 其他支持 Agent Skills 的工具。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5331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5331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01  ppt-master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5331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hugohe3/ppt-master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9339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02  frontend-slides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9339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zarazhangrui/frontend-slides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3347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3347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03  huashu-design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3347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alchaincyf/huashu-design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7355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04  guizang-ppt-skill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27355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op7418/guizang-ppt-skill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1363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91363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05  html-ppt-skill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91363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lewislulu/html-ppt-skill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5371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55371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06  baoyu-slide-deck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55371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JimLiu/baoyu-skills --skill baoyu-slide-deck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93792"/>
            <a:ext cx="112928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93792"/>
            <a:ext cx="3200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07  qiaomu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5193792"/>
            <a:ext cx="758952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npx skills add joeseesun/qiaomu-anything-to-notebooklm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16  / 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1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16  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五句把这盘棋下完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6400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984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可编辑已经是入场券，不是奖牌。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459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ppt-master 真正拉开差距的是原生对象模型：形状把手、数据图表、母版继承，以及还在向 PowerPoint 本身靠拢。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58568"/>
            <a:ext cx="6400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58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HTML 路线赢在现场，输在流转。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frontend-slides / 歸藏 / Lewis 双击就能讲；但文件交给行政、法务、客户时，浏览器会变成门槛。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18688"/>
            <a:ext cx="6400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花叔走的是工作室流程，不是模板填充。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5661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三方向初稿是硬门。五页以上先定视觉语言，再批量展开——慢在前面，稳在后面。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78808"/>
            <a:ext cx="6400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17880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宝玉和乔木不该被放进「正经 PPT」赛道硬比。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262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一个为阅读转发做整页图，一个把多源内容先变成结构。第六、第七名不是差，是需求不同。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38928"/>
            <a:ext cx="64008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1389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选工具之前先写一句：这份东西第二天要交给谁。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48640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4A4A4A"/>
                </a:solidFill>
                <a:latin typeface="微软雅黑"/>
                <a:ea typeface="微软雅黑"/>
                <a:cs typeface="微软雅黑"/>
              </a:rPr>
              <a:t>交给领导改 → PPTX。自己上台 → HTML。发群发社媒 → 图片。这句话比任何排名都管用。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9326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七款中文 AI PPT Skill 横评  ·  社区锐评版  · 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65392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12000"/>
              </a:lnSpc>
            </a:pPr>
            <a:r>
              <a:rPr sz="9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17  / 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E31C24"/>
                </a:solidFill>
                <a:latin typeface="微软雅黑"/>
                <a:ea typeface="微软雅黑"/>
                <a:cs typeface="微软雅黑"/>
              </a:rPr>
              <a:t>没有最好的 PPT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只有最匹配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你当前场景的那一款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1463040" cy="54864"/>
          </a:xfrm>
          <a:prstGeom prst="rect">
            <a:avLst/>
          </a:prstGeom>
          <a:solidFill>
            <a:srgbClr val="E3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4F0E6"/>
                </a:solidFill>
                <a:latin typeface="微软雅黑"/>
                <a:ea typeface="微软雅黑"/>
                <a:cs typeface="微软雅黑"/>
              </a:rPr>
              <a:t>路演交 ppt-master。上台交 frontend-slides 或歸藏。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F4F0E6"/>
                </a:solidFill>
                <a:latin typeface="微软雅黑"/>
                <a:ea typeface="微软雅黑"/>
                <a:cs typeface="微软雅黑"/>
              </a:rPr>
              <a:t>要设计流程交花叔。要讲稿交 Lewis。要卡片交宝玉。要结构交乔木。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A968C"/>
                </a:solidFill>
                <a:latin typeface="微软雅黑"/>
                <a:ea typeface="微软雅黑"/>
                <a:cs typeface="微软雅黑"/>
              </a:rPr>
              <a:t>资料截止 2026-08-23  ·  仓库链接见各细读页  ·  可在 PowerPoint / WPS 中继续编辑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